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2" r:id="rId1"/>
  </p:sldMasterIdLst>
  <p:notesMasterIdLst>
    <p:notesMasterId r:id="rId3"/>
  </p:notesMasterIdLst>
  <p:sldIdLst>
    <p:sldId id="580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8DC"/>
    <a:srgbClr val="F97600"/>
    <a:srgbClr val="DD334C"/>
    <a:srgbClr val="0F1689"/>
    <a:srgbClr val="E7157B"/>
    <a:srgbClr val="326CE5"/>
    <a:srgbClr val="02A88D"/>
    <a:srgbClr val="ED7100"/>
    <a:srgbClr val="DE69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60"/>
    <p:restoredTop sz="94635"/>
  </p:normalViewPr>
  <p:slideViewPr>
    <p:cSldViewPr snapToGrid="0">
      <p:cViewPr varScale="1">
        <p:scale>
          <a:sx n="115" d="100"/>
          <a:sy n="115" d="100"/>
        </p:scale>
        <p:origin x="10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50A91-A875-0644-8DFD-148F1E9E60EE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CFEBBC-9784-8041-A723-768580BA6E1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728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D68EC-2D9C-1168-734F-9DE6E389A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415ED1-59C8-378F-C62C-CFD568BF2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3DA842-0266-90DE-C270-8A48F6F9D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65BBF2-7EAC-D335-A92E-C52149FB2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CFEBBC-9784-8041-A723-768580BA6E1A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2018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69F1B-E8DA-8A82-FB7B-19F47520D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D821E8-F60E-34B0-28E0-6D0F36466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BE3EE80-7860-521E-2661-E407DE74D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A77C18-4352-42C8-FFBE-AEBB4E3A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567EE7-1906-4833-86E5-D860FCF62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50709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A15B93-423A-2F72-C528-A9DD1E9A6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39A79-E608-BA35-628F-38C180646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60E4E0-7574-7766-D200-4A2C23DD4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E23090-02E7-53D4-6AA0-AE08B41CC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7D54BC-0000-6832-B46C-2266BBE2B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06898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B8AB9-DD59-709A-7962-27E74D5AC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585681-5798-6F9B-F54E-CFFDDA8B5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6EF012-4FEA-7AA6-0645-31016B88A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07432C-FD9E-7AE7-8331-C2151AEF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1DD278-0F89-820A-D936-798162489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323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AD32D5-CED0-36F1-3DD4-15EF7C118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0D0A9E-09B0-4F93-A7B8-F96510294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82DC27-777F-F212-A20E-9D8EDEDE0C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8B6C8B-BD8E-8BA8-56FA-CD6FFD13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57463C9-29CC-C73C-2382-B511BDCBF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7ECD7FB-3AFE-F632-31C2-BF4720BE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13442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7B546B-D54E-2824-83DD-DE13154B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A3C9038-B127-E4D7-0069-1B29BBD5F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1A48B8-2873-9A69-B77B-00D1666140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369E4B-CE69-EA8B-0929-0EC156CB0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BF137D0-172F-C3EF-77F0-0D3D485105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EB2EED-B785-D3A2-0B74-80F82BCA3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F836611-C2FA-77EB-AC10-EA9FBE01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108B332-D25C-7570-3AE0-09DA8DC3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2424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B5903-4610-2459-958C-727ABE50D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92DF87-B535-34F4-0007-DCFB93D4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0CBF80-75AF-4980-E5BC-706C78AB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F39F951-D670-F0E6-60D6-C191E198B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10301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6311DC-5EE8-B5B2-8521-993CBFA0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BE5BCE-9EBC-EAA1-4CEA-E96B19DA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4BBD9-5C6B-322D-FCF7-62BCB977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1386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BFD21-B8B3-1618-6C53-31E92FC6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82F59B-A1A4-781C-8C7B-47E29036A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64D361-9A79-00F7-7424-C2D14452E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5660C5-08FF-C673-5CDA-11CCF4417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374EF0-C55A-DA14-3FAC-1D3334FE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1DF97B-DD46-56CB-5E04-0A5E4127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2879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D9A726-8779-7F0D-ECC7-9E98ABCD2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54B91A8-E694-B26A-ED2F-10399FCE08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D539AA-B2C3-A1FB-D674-86B26DBAE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DC7871-4375-DCDE-5726-575E4E272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CD2573A-DF5F-A2DC-96E8-760AF8856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AD5459-2807-D1C1-9FD5-CA596DEF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13108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6467D-3A96-68AF-6252-8091AD4E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299B61-3468-FFBE-2CDA-CEF9501AAE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F325BF-5F41-F0C1-49C8-9FEB65FA8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FBEBDC-ADFE-3AE7-3A33-6616ACC43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FF2858-2DA4-BBF0-E2F2-7D256EF16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4270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0F683E0-8E51-4197-D2F0-1B703FDAF5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990C2C-FC62-8BB7-37EC-FD04D8C17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EABDFC-8E04-52E8-69C6-9918DCE2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AFF96B-E330-5BD2-C679-EA69A61FF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477C86-06A7-269D-8639-32EB16AA0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6851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33EA5D-4795-8EB0-F6C9-516579816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F51038-7101-A356-CC19-DB1C2DF9C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2823E1-5776-BECB-AC63-089E636E0B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E7D5D2-BBB9-B944-880E-EEC6F5822FFD}" type="datetimeFigureOut">
              <a:rPr kumimoji="1" lang="ko-KR" altLang="en-US" smtClean="0"/>
              <a:t>2026. 4. 29.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9FE633-9ACE-5304-14C6-EE5BEBB21C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E4A8F4-80E9-B1D5-305B-631649C1F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8FE976-7460-B543-88BB-BA009A45DB3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2464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emf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F826E-1321-B0BA-A3C9-39DB808AC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Rectangle 57">
            <a:extLst>
              <a:ext uri="{FF2B5EF4-FFF2-40B4-BE49-F238E27FC236}">
                <a16:creationId xmlns:a16="http://schemas.microsoft.com/office/drawing/2014/main" id="{E76A5F9B-7C25-86C2-26CF-7DF29270E390}"/>
              </a:ext>
            </a:extLst>
          </p:cNvPr>
          <p:cNvSpPr/>
          <p:nvPr/>
        </p:nvSpPr>
        <p:spPr>
          <a:xfrm>
            <a:off x="8900085" y="4230142"/>
            <a:ext cx="1059215" cy="594524"/>
          </a:xfrm>
          <a:prstGeom prst="roundRect">
            <a:avLst>
              <a:gd name="adj" fmla="val 13052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anchor="b" anchorCtr="0">
            <a:noAutofit/>
          </a:bodyPr>
          <a:lstStyle/>
          <a:p>
            <a:pPr algn="ctr">
              <a:defRPr/>
            </a:pPr>
            <a:r>
              <a:rPr lang="en-US" altLang="ko-KR" sz="105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Spot</a:t>
            </a:r>
            <a:r>
              <a:rPr lang="ko-KR" altLang="en-US" sz="105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 </a:t>
            </a:r>
            <a:r>
              <a:rPr lang="en-US" altLang="ko-KR" sz="105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Interrupt</a:t>
            </a:r>
          </a:p>
          <a:p>
            <a:pPr algn="ctr">
              <a:defRPr/>
            </a:pPr>
            <a:r>
              <a:rPr lang="en-US" altLang="ko-KR" sz="105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Event Message</a:t>
            </a:r>
          </a:p>
        </p:txBody>
      </p:sp>
      <p:sp>
        <p:nvSpPr>
          <p:cNvPr id="2148" name="Rectangle 55">
            <a:extLst>
              <a:ext uri="{FF2B5EF4-FFF2-40B4-BE49-F238E27FC236}">
                <a16:creationId xmlns:a16="http://schemas.microsoft.com/office/drawing/2014/main" id="{1D5B809D-F27C-E729-1CF0-CCD7A6DA1FB3}"/>
              </a:ext>
            </a:extLst>
          </p:cNvPr>
          <p:cNvSpPr/>
          <p:nvPr/>
        </p:nvSpPr>
        <p:spPr>
          <a:xfrm>
            <a:off x="4772190" y="3557029"/>
            <a:ext cx="3857259" cy="233020"/>
          </a:xfrm>
          <a:prstGeom prst="rect">
            <a:avLst/>
          </a:prstGeom>
          <a:noFill/>
          <a:ln w="15875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1999" tIns="0" rIns="0" bIns="0" anchor="ctr" anchorCtr="0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ln w="0"/>
                <a:solidFill>
                  <a:srgbClr val="02A88D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Best Optimal Node Pool</a:t>
            </a:r>
          </a:p>
        </p:txBody>
      </p:sp>
      <p:sp>
        <p:nvSpPr>
          <p:cNvPr id="1046" name="모서리가 둥근 직사각형 1045">
            <a:extLst>
              <a:ext uri="{FF2B5EF4-FFF2-40B4-BE49-F238E27FC236}">
                <a16:creationId xmlns:a16="http://schemas.microsoft.com/office/drawing/2014/main" id="{2FACB263-2798-4728-555E-7BF1C8BEDFFB}"/>
              </a:ext>
            </a:extLst>
          </p:cNvPr>
          <p:cNvSpPr/>
          <p:nvPr/>
        </p:nvSpPr>
        <p:spPr>
          <a:xfrm>
            <a:off x="7541674" y="2123615"/>
            <a:ext cx="1032689" cy="1100063"/>
          </a:xfrm>
          <a:prstGeom prst="roundRect">
            <a:avLst>
              <a:gd name="adj" fmla="val 8617"/>
            </a:avLst>
          </a:prstGeom>
          <a:solidFill>
            <a:srgbClr val="DD334C">
              <a:alpha val="20000"/>
            </a:srgb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0" rtlCol="0" anchor="t" anchorCtr="0"/>
          <a:lstStyle/>
          <a:p>
            <a:pPr algn="ctr"/>
            <a:r>
              <a:rPr kumimoji="1" lang="en-US" altLang="ko-KR" sz="100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Spot</a:t>
            </a:r>
            <a:r>
              <a:rPr kumimoji="1" lang="ko-KR" altLang="en-US" sz="100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 </a:t>
            </a:r>
            <a:r>
              <a:rPr kumimoji="1" lang="en-US" altLang="ko-KR" sz="100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Interrupt</a:t>
            </a:r>
            <a:r>
              <a:rPr kumimoji="1" lang="ko-KR" altLang="en-US" sz="100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 </a:t>
            </a:r>
            <a:r>
              <a:rPr kumimoji="1" lang="en-US" altLang="ko-KR" sz="100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Handler</a:t>
            </a:r>
          </a:p>
        </p:txBody>
      </p:sp>
      <p:sp>
        <p:nvSpPr>
          <p:cNvPr id="46" name="Rectangle 57">
            <a:extLst>
              <a:ext uri="{FF2B5EF4-FFF2-40B4-BE49-F238E27FC236}">
                <a16:creationId xmlns:a16="http://schemas.microsoft.com/office/drawing/2014/main" id="{2CD4137D-06AA-6AEA-BDAF-D06C1BA9E252}"/>
              </a:ext>
            </a:extLst>
          </p:cNvPr>
          <p:cNvSpPr/>
          <p:nvPr/>
        </p:nvSpPr>
        <p:spPr>
          <a:xfrm>
            <a:off x="7620471" y="2588422"/>
            <a:ext cx="874246" cy="2072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DD33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anchor="ctr" anchorCtr="0">
            <a:noAutofit/>
          </a:bodyPr>
          <a:lstStyle/>
          <a:p>
            <a:pPr algn="ctr">
              <a:defRPr/>
            </a:pPr>
            <a:endParaRPr lang="en-US" altLang="ko-KR" sz="700" dirty="0">
              <a:ln w="0"/>
              <a:solidFill>
                <a:srgbClr val="DD334C"/>
              </a:solidFill>
              <a:latin typeface="SUIT Medium" pitchFamily="2" charset="-127"/>
              <a:ea typeface="SUIT Medium" pitchFamily="2" charset="-127"/>
              <a:cs typeface="Arial" panose="020B0604020202020204" pitchFamily="34" charset="0"/>
            </a:endParaRPr>
          </a:p>
        </p:txBody>
      </p:sp>
      <p:sp>
        <p:nvSpPr>
          <p:cNvPr id="2182" name="Rectangle 57">
            <a:extLst>
              <a:ext uri="{FF2B5EF4-FFF2-40B4-BE49-F238E27FC236}">
                <a16:creationId xmlns:a16="http://schemas.microsoft.com/office/drawing/2014/main" id="{6FD4218D-3D6C-E3CD-18FE-7B51812D7BD5}"/>
              </a:ext>
            </a:extLst>
          </p:cNvPr>
          <p:cNvSpPr/>
          <p:nvPr/>
        </p:nvSpPr>
        <p:spPr>
          <a:xfrm>
            <a:off x="8991615" y="2048126"/>
            <a:ext cx="920165" cy="293126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0" rIns="0" bIns="0" anchor="b" anchorCtr="0">
            <a:noAutofit/>
          </a:bodyPr>
          <a:lstStyle/>
          <a:p>
            <a:pPr algn="ctr">
              <a:defRPr/>
            </a:pPr>
            <a:r>
              <a:rPr lang="en-US" altLang="ko-KR" sz="60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KubePACS </a:t>
            </a:r>
          </a:p>
          <a:p>
            <a:pPr algn="ctr">
              <a:defRPr/>
            </a:pPr>
            <a:r>
              <a:rPr lang="en-US" altLang="ko-KR" sz="80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Image</a:t>
            </a:r>
          </a:p>
        </p:txBody>
      </p:sp>
      <p:sp>
        <p:nvSpPr>
          <p:cNvPr id="1057" name="Rectangle 57">
            <a:extLst>
              <a:ext uri="{FF2B5EF4-FFF2-40B4-BE49-F238E27FC236}">
                <a16:creationId xmlns:a16="http://schemas.microsoft.com/office/drawing/2014/main" id="{B9304458-7240-4812-D5E6-0BAB3DF0A48A}"/>
              </a:ext>
            </a:extLst>
          </p:cNvPr>
          <p:cNvSpPr/>
          <p:nvPr/>
        </p:nvSpPr>
        <p:spPr>
          <a:xfrm>
            <a:off x="8900085" y="3301696"/>
            <a:ext cx="1059215" cy="572276"/>
          </a:xfrm>
          <a:prstGeom prst="roundRect">
            <a:avLst>
              <a:gd name="adj" fmla="val 15526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36000" anchor="b" anchorCtr="0">
            <a:noAutofit/>
          </a:bodyPr>
          <a:lstStyle/>
          <a:p>
            <a:pPr algn="ctr">
              <a:defRPr/>
            </a:pPr>
            <a:r>
              <a:rPr lang="en-US" altLang="ko-KR" sz="105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Spot</a:t>
            </a:r>
            <a:r>
              <a:rPr lang="ko-KR" altLang="en-US" sz="105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 </a:t>
            </a:r>
            <a:r>
              <a:rPr lang="en-US" altLang="ko-KR" sz="105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Interrupt Event</a:t>
            </a:r>
            <a:r>
              <a:rPr lang="ko-KR" altLang="en-US" sz="105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 </a:t>
            </a:r>
            <a:r>
              <a:rPr lang="en-US" altLang="ko-KR" sz="105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Queue</a:t>
            </a:r>
          </a:p>
        </p:txBody>
      </p:sp>
      <p:sp>
        <p:nvSpPr>
          <p:cNvPr id="2151" name="Rectangle 79">
            <a:extLst>
              <a:ext uri="{FF2B5EF4-FFF2-40B4-BE49-F238E27FC236}">
                <a16:creationId xmlns:a16="http://schemas.microsoft.com/office/drawing/2014/main" id="{C4105A67-E436-B336-085C-AC21E8AFBA1A}"/>
              </a:ext>
            </a:extLst>
          </p:cNvPr>
          <p:cNvSpPr/>
          <p:nvPr/>
        </p:nvSpPr>
        <p:spPr>
          <a:xfrm>
            <a:off x="3780583" y="4440907"/>
            <a:ext cx="1784625" cy="759182"/>
          </a:xfrm>
          <a:prstGeom prst="rect">
            <a:avLst/>
          </a:prstGeom>
          <a:solidFill>
            <a:schemeClr val="bg1"/>
          </a:solidFill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7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11" name="모서리가 둥근 직사각형 2210">
            <a:extLst>
              <a:ext uri="{FF2B5EF4-FFF2-40B4-BE49-F238E27FC236}">
                <a16:creationId xmlns:a16="http://schemas.microsoft.com/office/drawing/2014/main" id="{C3193D06-01F5-2F39-DE93-34A76EB7F033}"/>
              </a:ext>
            </a:extLst>
          </p:cNvPr>
          <p:cNvSpPr/>
          <p:nvPr/>
        </p:nvSpPr>
        <p:spPr>
          <a:xfrm>
            <a:off x="5928761" y="4083991"/>
            <a:ext cx="2570763" cy="1139102"/>
          </a:xfrm>
          <a:prstGeom prst="roundRect">
            <a:avLst>
              <a:gd name="adj" fmla="val 801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dirty="0"/>
          </a:p>
        </p:txBody>
      </p:sp>
      <p:sp>
        <p:nvSpPr>
          <p:cNvPr id="5" name="Rectangle 57">
            <a:extLst>
              <a:ext uri="{FF2B5EF4-FFF2-40B4-BE49-F238E27FC236}">
                <a16:creationId xmlns:a16="http://schemas.microsoft.com/office/drawing/2014/main" id="{997861F9-AA28-D9A7-FC8F-D74FAF5615E4}"/>
              </a:ext>
            </a:extLst>
          </p:cNvPr>
          <p:cNvSpPr>
            <a:spLocks/>
          </p:cNvSpPr>
          <p:nvPr/>
        </p:nvSpPr>
        <p:spPr>
          <a:xfrm>
            <a:off x="8901638" y="1416066"/>
            <a:ext cx="1059215" cy="1299330"/>
          </a:xfrm>
          <a:prstGeom prst="roundRect">
            <a:avLst>
              <a:gd name="adj" fmla="val 5436"/>
            </a:avLst>
          </a:prstGeom>
          <a:noFill/>
          <a:ln w="15875">
            <a:solidFill>
              <a:srgbClr val="0F168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91440" rIns="7200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200" dirty="0">
              <a:solidFill>
                <a:schemeClr val="tx1"/>
              </a:solidFill>
              <a:latin typeface="SUIT SemiBold" pitchFamily="2" charset="-127"/>
              <a:ea typeface="SUIT SemiBold" pitchFamily="2" charset="-127"/>
              <a:cs typeface="Arial" panose="020B0604020202020204" pitchFamily="34" charset="0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Helm</a:t>
            </a:r>
            <a:r>
              <a:rPr lang="ko-KR" altLang="en-US" sz="1200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Chart </a:t>
            </a:r>
          </a:p>
          <a:p>
            <a:pPr algn="ctr">
              <a:defRPr/>
            </a:pPr>
            <a:r>
              <a:rPr lang="en-US" altLang="ko-KR" sz="1200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Repository</a:t>
            </a:r>
            <a:endParaRPr lang="en-US" sz="1200" dirty="0">
              <a:solidFill>
                <a:schemeClr val="tx1"/>
              </a:solidFill>
              <a:latin typeface="SUIT SemiBold" pitchFamily="2" charset="-127"/>
              <a:ea typeface="SUIT SemiBold" pitchFamily="2" charset="-127"/>
              <a:cs typeface="Arial" panose="020B0604020202020204" pitchFamily="34" charset="0"/>
            </a:endParaRPr>
          </a:p>
        </p:txBody>
      </p:sp>
      <p:sp>
        <p:nvSpPr>
          <p:cNvPr id="24" name="Rectangle 79">
            <a:extLst>
              <a:ext uri="{FF2B5EF4-FFF2-40B4-BE49-F238E27FC236}">
                <a16:creationId xmlns:a16="http://schemas.microsoft.com/office/drawing/2014/main" id="{512ED9CE-5396-0382-9363-07FE83534A30}"/>
              </a:ext>
            </a:extLst>
          </p:cNvPr>
          <p:cNvSpPr/>
          <p:nvPr/>
        </p:nvSpPr>
        <p:spPr>
          <a:xfrm>
            <a:off x="3707815" y="4366888"/>
            <a:ext cx="1784625" cy="759182"/>
          </a:xfrm>
          <a:prstGeom prst="rect">
            <a:avLst/>
          </a:prstGeom>
          <a:solidFill>
            <a:schemeClr val="bg1"/>
          </a:solidFill>
          <a:ln w="15875">
            <a:solidFill>
              <a:srgbClr val="ED71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7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" name="Graphic 80">
            <a:extLst>
              <a:ext uri="{FF2B5EF4-FFF2-40B4-BE49-F238E27FC236}">
                <a16:creationId xmlns:a16="http://schemas.microsoft.com/office/drawing/2014/main" id="{3D754BF6-7466-7265-3C6D-6CC0D40A95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707815" y="4366888"/>
            <a:ext cx="285380" cy="285380"/>
          </a:xfrm>
          <a:prstGeom prst="rect">
            <a:avLst/>
          </a:prstGeom>
        </p:spPr>
      </p:pic>
      <p:sp>
        <p:nvSpPr>
          <p:cNvPr id="27" name="Rectangle 79">
            <a:extLst>
              <a:ext uri="{FF2B5EF4-FFF2-40B4-BE49-F238E27FC236}">
                <a16:creationId xmlns:a16="http://schemas.microsoft.com/office/drawing/2014/main" id="{5FD53E39-BC1E-675F-E57E-560991C17D91}"/>
              </a:ext>
            </a:extLst>
          </p:cNvPr>
          <p:cNvSpPr/>
          <p:nvPr/>
        </p:nvSpPr>
        <p:spPr>
          <a:xfrm>
            <a:off x="3423097" y="1415744"/>
            <a:ext cx="5345806" cy="4026511"/>
          </a:xfrm>
          <a:prstGeom prst="rect">
            <a:avLst/>
          </a:prstGeom>
          <a:noFill/>
          <a:ln w="15875">
            <a:solidFill>
              <a:srgbClr val="326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ln w="0"/>
                <a:solidFill>
                  <a:srgbClr val="326CE5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Kubernetes Cluster</a:t>
            </a:r>
          </a:p>
        </p:txBody>
      </p:sp>
      <p:pic>
        <p:nvPicPr>
          <p:cNvPr id="28" name="Graphic 80">
            <a:extLst>
              <a:ext uri="{FF2B5EF4-FFF2-40B4-BE49-F238E27FC236}">
                <a16:creationId xmlns:a16="http://schemas.microsoft.com/office/drawing/2014/main" id="{2932464B-5F43-44F9-D704-585BD4BDE9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421130" y="1413449"/>
            <a:ext cx="381000" cy="357924"/>
          </a:xfrm>
          <a:prstGeom prst="rect">
            <a:avLst/>
          </a:prstGeom>
        </p:spPr>
      </p:pic>
      <p:sp>
        <p:nvSpPr>
          <p:cNvPr id="42" name="Rectangle 62" descr="Availability Zone group.">
            <a:extLst>
              <a:ext uri="{FF2B5EF4-FFF2-40B4-BE49-F238E27FC236}">
                <a16:creationId xmlns:a16="http://schemas.microsoft.com/office/drawing/2014/main" id="{49F243D6-8B10-1B31-D790-61E1FCFDBE34}"/>
              </a:ext>
            </a:extLst>
          </p:cNvPr>
          <p:cNvSpPr/>
          <p:nvPr/>
        </p:nvSpPr>
        <p:spPr>
          <a:xfrm>
            <a:off x="3571517" y="4007941"/>
            <a:ext cx="5057932" cy="1280397"/>
          </a:xfrm>
          <a:prstGeom prst="roundRect">
            <a:avLst>
              <a:gd name="adj" fmla="val 10268"/>
            </a:avLst>
          </a:prstGeom>
          <a:noFill/>
          <a:ln w="15875">
            <a:solidFill>
              <a:schemeClr val="accent2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 bIns="36000" anchor="t" anchorCtr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chemeClr val="accent2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Spot Worker Node Pool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364693C-4DD1-5D37-4273-715DB60D0137}"/>
              </a:ext>
            </a:extLst>
          </p:cNvPr>
          <p:cNvSpPr txBox="1"/>
          <p:nvPr/>
        </p:nvSpPr>
        <p:spPr>
          <a:xfrm>
            <a:off x="5589189" y="4506059"/>
            <a:ext cx="3328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accent2"/>
                </a:solidFill>
                <a:latin typeface="SUIT Heavy" pitchFamily="2" charset="-127"/>
                <a:ea typeface="SUIT Heavy" pitchFamily="2" charset="-127"/>
                <a:cs typeface="Arial" panose="020B0604020202020204" pitchFamily="34" charset="0"/>
              </a:rPr>
              <a:t>...</a:t>
            </a:r>
            <a:endParaRPr lang="ko-KR" altLang="en-US" sz="2000" b="1" dirty="0">
              <a:latin typeface="SUIT Heavy" pitchFamily="2" charset="-127"/>
              <a:ea typeface="SUIT Heavy" pitchFamily="2" charset="-127"/>
            </a:endParaRPr>
          </a:p>
        </p:txBody>
      </p:sp>
      <p:sp>
        <p:nvSpPr>
          <p:cNvPr id="112" name="Rectangle 57">
            <a:extLst>
              <a:ext uri="{FF2B5EF4-FFF2-40B4-BE49-F238E27FC236}">
                <a16:creationId xmlns:a16="http://schemas.microsoft.com/office/drawing/2014/main" id="{9078FB74-3DF5-2D7E-A2FC-6352551A5509}"/>
              </a:ext>
            </a:extLst>
          </p:cNvPr>
          <p:cNvSpPr/>
          <p:nvPr/>
        </p:nvSpPr>
        <p:spPr>
          <a:xfrm>
            <a:off x="4772191" y="1912789"/>
            <a:ext cx="3857259" cy="1388907"/>
          </a:xfrm>
          <a:prstGeom prst="rect">
            <a:avLst/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tIns="72000"/>
          <a:lstStyle/>
          <a:p>
            <a:r>
              <a:rPr lang="en-US" altLang="ko-KR" sz="1400" b="1" dirty="0">
                <a:solidFill>
                  <a:schemeClr val="accent4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Karpenter Controller</a:t>
            </a:r>
            <a:endParaRPr lang="ko-KR" altLang="en-US" sz="1400" b="1" dirty="0">
              <a:solidFill>
                <a:schemeClr val="accent4"/>
              </a:solidFill>
              <a:latin typeface="SUIT SemiBold" pitchFamily="2" charset="-127"/>
              <a:ea typeface="SUIT SemiBold" pitchFamily="2" charset="-127"/>
            </a:endParaRPr>
          </a:p>
        </p:txBody>
      </p:sp>
      <p:pic>
        <p:nvPicPr>
          <p:cNvPr id="1037" name="Graphic 80">
            <a:extLst>
              <a:ext uri="{FF2B5EF4-FFF2-40B4-BE49-F238E27FC236}">
                <a16:creationId xmlns:a16="http://schemas.microsoft.com/office/drawing/2014/main" id="{12B478EB-9BE6-88B8-0D2A-37572BE51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72645" y="1909066"/>
            <a:ext cx="320169" cy="320169"/>
          </a:xfrm>
          <a:prstGeom prst="rect">
            <a:avLst/>
          </a:prstGeom>
        </p:spPr>
      </p:pic>
      <p:pic>
        <p:nvPicPr>
          <p:cNvPr id="1056" name="그래픽 1055">
            <a:extLst>
              <a:ext uri="{FF2B5EF4-FFF2-40B4-BE49-F238E27FC236}">
                <a16:creationId xmlns:a16="http://schemas.microsoft.com/office/drawing/2014/main" id="{1265B235-703E-24D4-0ED5-146CF29F78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64410" y="1449491"/>
            <a:ext cx="294441" cy="285840"/>
          </a:xfrm>
          <a:prstGeom prst="rect">
            <a:avLst/>
          </a:prstGeom>
        </p:spPr>
      </p:pic>
      <p:pic>
        <p:nvPicPr>
          <p:cNvPr id="67" name="그래픽 66">
            <a:extLst>
              <a:ext uri="{FF2B5EF4-FFF2-40B4-BE49-F238E27FC236}">
                <a16:creationId xmlns:a16="http://schemas.microsoft.com/office/drawing/2014/main" id="{BADABBE5-C1FA-FC95-4C73-C7073D8957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28964" y="4471553"/>
            <a:ext cx="548040" cy="28462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0DDE58B-09A5-0CEB-C3F3-1CEC1C6497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9054" y="4824665"/>
            <a:ext cx="647861" cy="228776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6BF5BD6-5432-FFAA-9C72-340EB53A7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797" y="4230141"/>
            <a:ext cx="966374" cy="210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9FB3D58F-EE94-DEEF-0454-8D19A69D7C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79054" y="5121926"/>
            <a:ext cx="647861" cy="203376"/>
          </a:xfrm>
          <a:prstGeom prst="rect">
            <a:avLst/>
          </a:prstGeom>
        </p:spPr>
      </p:pic>
      <p:sp>
        <p:nvSpPr>
          <p:cNvPr id="1070" name="Rectangle 57">
            <a:extLst>
              <a:ext uri="{FF2B5EF4-FFF2-40B4-BE49-F238E27FC236}">
                <a16:creationId xmlns:a16="http://schemas.microsoft.com/office/drawing/2014/main" id="{D0EC5E80-C258-708A-E045-F67C01192D38}"/>
              </a:ext>
            </a:extLst>
          </p:cNvPr>
          <p:cNvSpPr/>
          <p:nvPr/>
        </p:nvSpPr>
        <p:spPr>
          <a:xfrm>
            <a:off x="2129389" y="1415744"/>
            <a:ext cx="1147189" cy="2408765"/>
          </a:xfrm>
          <a:prstGeom prst="roundRect">
            <a:avLst>
              <a:gd name="adj" fmla="val 8668"/>
            </a:avLst>
          </a:prstGeom>
          <a:noFill/>
          <a:ln w="158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3998" tIns="91440"/>
          <a:lstStyle/>
          <a:p>
            <a:endParaRPr lang="ko-KR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2" name="Rectangle 57">
            <a:extLst>
              <a:ext uri="{FF2B5EF4-FFF2-40B4-BE49-F238E27FC236}">
                <a16:creationId xmlns:a16="http://schemas.microsoft.com/office/drawing/2014/main" id="{6728964D-66FA-2DF2-0439-FEA68D1F723F}"/>
              </a:ext>
            </a:extLst>
          </p:cNvPr>
          <p:cNvSpPr/>
          <p:nvPr/>
        </p:nvSpPr>
        <p:spPr>
          <a:xfrm>
            <a:off x="2129389" y="4023909"/>
            <a:ext cx="1147190" cy="1418346"/>
          </a:xfrm>
          <a:prstGeom prst="roundRect">
            <a:avLst>
              <a:gd name="adj" fmla="val 8668"/>
            </a:avLst>
          </a:prstGeom>
          <a:noFill/>
          <a:ln w="1587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3998" tIns="91440"/>
          <a:lstStyle/>
          <a:p>
            <a:endParaRPr lang="ko-KR" altLang="en-US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7E3E0E-4C7A-E50D-3314-47D0270B1C26}"/>
              </a:ext>
            </a:extLst>
          </p:cNvPr>
          <p:cNvSpPr txBox="1"/>
          <p:nvPr/>
        </p:nvSpPr>
        <p:spPr>
          <a:xfrm>
            <a:off x="2210888" y="3873972"/>
            <a:ext cx="984193" cy="307777"/>
          </a:xfrm>
          <a:prstGeom prst="rect">
            <a:avLst/>
          </a:prstGeom>
          <a:solidFill>
            <a:schemeClr val="bg1"/>
          </a:solidFill>
        </p:spPr>
        <p:txBody>
          <a:bodyPr wrap="square" lIns="36000" rIns="36000">
            <a:spAutoFit/>
          </a:bodyPr>
          <a:lstStyle/>
          <a:p>
            <a:pPr algn="ctr"/>
            <a:r>
              <a:rPr lang="en-US" altLang="ko-KR" sz="1400" b="1" dirty="0"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Workload</a:t>
            </a:r>
            <a:endParaRPr lang="ko-KR" altLang="en-US" sz="1400" b="1" dirty="0">
              <a:latin typeface="SUIT SemiBold" pitchFamily="2" charset="-127"/>
              <a:ea typeface="SUIT SemiBold" pitchFamily="2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35508AF-1E05-C8E0-34C5-6A813BFD6B4D}"/>
              </a:ext>
            </a:extLst>
          </p:cNvPr>
          <p:cNvSpPr txBox="1"/>
          <p:nvPr/>
        </p:nvSpPr>
        <p:spPr>
          <a:xfrm>
            <a:off x="2181747" y="1495551"/>
            <a:ext cx="1042473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b="1" dirty="0"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User</a:t>
            </a:r>
            <a:endParaRPr lang="ko-KR" altLang="en-US" sz="1600" b="1" dirty="0">
              <a:latin typeface="SUIT SemiBold" pitchFamily="2" charset="-127"/>
              <a:ea typeface="SUIT SemiBold" pitchFamily="2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0228E9D6-4C91-0BC1-0B84-4AA88003B947}"/>
              </a:ext>
            </a:extLst>
          </p:cNvPr>
          <p:cNvGrpSpPr/>
          <p:nvPr/>
        </p:nvGrpSpPr>
        <p:grpSpPr>
          <a:xfrm>
            <a:off x="2538018" y="1211529"/>
            <a:ext cx="329931" cy="329931"/>
            <a:chOff x="1540015" y="942326"/>
            <a:chExt cx="299252" cy="299252"/>
          </a:xfrm>
        </p:grpSpPr>
        <p:sp>
          <p:nvSpPr>
            <p:cNvPr id="49" name="모서리가 둥근 직사각형 48">
              <a:extLst>
                <a:ext uri="{FF2B5EF4-FFF2-40B4-BE49-F238E27FC236}">
                  <a16:creationId xmlns:a16="http://schemas.microsoft.com/office/drawing/2014/main" id="{89D0CF45-3920-9958-00E3-98FB85406146}"/>
                </a:ext>
              </a:extLst>
            </p:cNvPr>
            <p:cNvSpPr/>
            <p:nvPr/>
          </p:nvSpPr>
          <p:spPr>
            <a:xfrm>
              <a:off x="1540015" y="942326"/>
              <a:ext cx="299252" cy="299252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>
                <a:latin typeface="SUIT" pitchFamily="2" charset="-127"/>
                <a:ea typeface="SUIT" pitchFamily="2" charset="-127"/>
              </a:endParaRPr>
            </a:p>
          </p:txBody>
        </p:sp>
        <p:pic>
          <p:nvPicPr>
            <p:cNvPr id="50" name="그래픽 49">
              <a:extLst>
                <a:ext uri="{FF2B5EF4-FFF2-40B4-BE49-F238E27FC236}">
                  <a16:creationId xmlns:a16="http://schemas.microsoft.com/office/drawing/2014/main" id="{4B1F0D55-6ABD-F300-8C99-52F456CFB4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560398" y="955034"/>
              <a:ext cx="258487" cy="258487"/>
            </a:xfrm>
            <a:prstGeom prst="rect">
              <a:avLst/>
            </a:prstGeom>
          </p:spPr>
        </p:pic>
      </p:grpSp>
      <p:sp>
        <p:nvSpPr>
          <p:cNvPr id="68" name="Rectangle 57">
            <a:extLst>
              <a:ext uri="{FF2B5EF4-FFF2-40B4-BE49-F238E27FC236}">
                <a16:creationId xmlns:a16="http://schemas.microsoft.com/office/drawing/2014/main" id="{89F92A85-12E6-0634-4915-DF5C51F5F6C5}"/>
              </a:ext>
            </a:extLst>
          </p:cNvPr>
          <p:cNvSpPr/>
          <p:nvPr/>
        </p:nvSpPr>
        <p:spPr>
          <a:xfrm>
            <a:off x="2197585" y="2308596"/>
            <a:ext cx="1010797" cy="40680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Pod 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vCPU</a:t>
            </a:r>
            <a:endParaRPr lang="ko-KR" altLang="en-US" sz="1200" b="1" dirty="0">
              <a:solidFill>
                <a:schemeClr val="tx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73" name="Rectangle 57">
            <a:extLst>
              <a:ext uri="{FF2B5EF4-FFF2-40B4-BE49-F238E27FC236}">
                <a16:creationId xmlns:a16="http://schemas.microsoft.com/office/drawing/2014/main" id="{205D0C2C-6CDA-8FD8-AEAE-4277A4B100D2}"/>
              </a:ext>
            </a:extLst>
          </p:cNvPr>
          <p:cNvSpPr/>
          <p:nvPr/>
        </p:nvSpPr>
        <p:spPr>
          <a:xfrm>
            <a:off x="2197585" y="2798358"/>
            <a:ext cx="1010797" cy="40680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Pod </a:t>
            </a:r>
            <a:r>
              <a:rPr lang="en-US" altLang="ko-KR" sz="1200" b="1" dirty="0">
                <a:solidFill>
                  <a:schemeClr val="tx1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Memory</a:t>
            </a:r>
            <a:endParaRPr lang="ko-KR" altLang="en-US" sz="1200" b="1" dirty="0">
              <a:solidFill>
                <a:schemeClr val="tx1"/>
              </a:solidFill>
              <a:latin typeface="SUIT" pitchFamily="2" charset="-127"/>
              <a:ea typeface="SUIT" pitchFamily="2" charset="-127"/>
            </a:endParaRPr>
          </a:p>
        </p:txBody>
      </p:sp>
      <p:sp>
        <p:nvSpPr>
          <p:cNvPr id="74" name="Rectangle 57">
            <a:extLst>
              <a:ext uri="{FF2B5EF4-FFF2-40B4-BE49-F238E27FC236}">
                <a16:creationId xmlns:a16="http://schemas.microsoft.com/office/drawing/2014/main" id="{AA487ABD-9D65-061C-9A84-F2D3CB19882D}"/>
              </a:ext>
            </a:extLst>
          </p:cNvPr>
          <p:cNvSpPr/>
          <p:nvPr/>
        </p:nvSpPr>
        <p:spPr>
          <a:xfrm>
            <a:off x="2197585" y="1818834"/>
            <a:ext cx="1010797" cy="40680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noAutofit/>
          </a:bodyPr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Number of Pods</a:t>
            </a:r>
            <a:endParaRPr lang="ko-KR" altLang="en-US" sz="1200" b="1" dirty="0">
              <a:solidFill>
                <a:schemeClr val="tx1"/>
              </a:solidFill>
              <a:latin typeface="SUIT SemiBold" pitchFamily="2" charset="-127"/>
              <a:ea typeface="SUIT SemiBold" pitchFamily="2" charset="-127"/>
            </a:endParaRPr>
          </a:p>
        </p:txBody>
      </p:sp>
      <p:sp>
        <p:nvSpPr>
          <p:cNvPr id="2" name="Rectangle 57">
            <a:extLst>
              <a:ext uri="{FF2B5EF4-FFF2-40B4-BE49-F238E27FC236}">
                <a16:creationId xmlns:a16="http://schemas.microsoft.com/office/drawing/2014/main" id="{D90D4875-B93C-8835-0DEF-5A363668E16E}"/>
              </a:ext>
            </a:extLst>
          </p:cNvPr>
          <p:cNvSpPr/>
          <p:nvPr/>
        </p:nvSpPr>
        <p:spPr>
          <a:xfrm>
            <a:off x="2197585" y="3288121"/>
            <a:ext cx="1010797" cy="406800"/>
          </a:xfrm>
          <a:prstGeom prst="roundRect">
            <a:avLst>
              <a:gd name="adj" fmla="val 50000"/>
            </a:avLst>
          </a:prstGeom>
          <a:noFill/>
          <a:ln w="158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anchor="ctr" anchorCtr="0"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Workload</a:t>
            </a:r>
          </a:p>
          <a:p>
            <a:pPr algn="ctr"/>
            <a:r>
              <a:rPr lang="en-US" altLang="ko-KR" sz="1200" b="1" dirty="0">
                <a:solidFill>
                  <a:schemeClr val="tx1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Intensity</a:t>
            </a:r>
            <a:endParaRPr lang="ko-KR" altLang="en-US" sz="1200" b="1" dirty="0">
              <a:solidFill>
                <a:schemeClr val="tx1"/>
              </a:solidFill>
              <a:latin typeface="SUIT" pitchFamily="2" charset="-127"/>
              <a:ea typeface="SUIT" pitchFamily="2" charset="-127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2D493D33-4A32-1BA6-12C6-0E03C99E2EE4}"/>
              </a:ext>
            </a:extLst>
          </p:cNvPr>
          <p:cNvGrpSpPr/>
          <p:nvPr/>
        </p:nvGrpSpPr>
        <p:grpSpPr>
          <a:xfrm>
            <a:off x="3733730" y="2515089"/>
            <a:ext cx="562717" cy="524612"/>
            <a:chOff x="2521941" y="2777585"/>
            <a:chExt cx="562717" cy="524612"/>
          </a:xfrm>
        </p:grpSpPr>
        <p:sp>
          <p:nvSpPr>
            <p:cNvPr id="76" name="자유형 75">
              <a:extLst>
                <a:ext uri="{FF2B5EF4-FFF2-40B4-BE49-F238E27FC236}">
                  <a16:creationId xmlns:a16="http://schemas.microsoft.com/office/drawing/2014/main" id="{BFEB3C35-B334-A9C8-3B3F-3E1C731F042B}"/>
                </a:ext>
              </a:extLst>
            </p:cNvPr>
            <p:cNvSpPr/>
            <p:nvPr/>
          </p:nvSpPr>
          <p:spPr>
            <a:xfrm>
              <a:off x="2536765" y="2791425"/>
              <a:ext cx="533061" cy="496944"/>
            </a:xfrm>
            <a:custGeom>
              <a:avLst/>
              <a:gdLst>
                <a:gd name="csX0" fmla="*/ 264699 w 533061"/>
                <a:gd name="csY0" fmla="*/ 40 h 496944"/>
                <a:gd name="csX1" fmla="*/ 251118 w 533061"/>
                <a:gd name="csY1" fmla="*/ 3342 h 496944"/>
                <a:gd name="csX2" fmla="*/ 65799 w 533061"/>
                <a:gd name="csY2" fmla="*/ 88417 h 496944"/>
                <a:gd name="csX3" fmla="*/ 46626 w 533061"/>
                <a:gd name="csY3" fmla="*/ 111325 h 496944"/>
                <a:gd name="csX4" fmla="*/ 907 w 533061"/>
                <a:gd name="csY4" fmla="*/ 302424 h 496944"/>
                <a:gd name="csX5" fmla="*/ 5717 w 533061"/>
                <a:gd name="csY5" fmla="*/ 328315 h 496944"/>
                <a:gd name="csX6" fmla="*/ 7731 w 533061"/>
                <a:gd name="csY6" fmla="*/ 331001 h 496944"/>
                <a:gd name="csX7" fmla="*/ 136001 w 533061"/>
                <a:gd name="csY7" fmla="*/ 484232 h 496944"/>
                <a:gd name="csX8" fmla="*/ 163708 w 533061"/>
                <a:gd name="csY8" fmla="*/ 496940 h 496944"/>
                <a:gd name="csX9" fmla="*/ 369410 w 533061"/>
                <a:gd name="csY9" fmla="*/ 496895 h 496944"/>
                <a:gd name="csX10" fmla="*/ 397116 w 533061"/>
                <a:gd name="csY10" fmla="*/ 484208 h 496944"/>
                <a:gd name="csX11" fmla="*/ 525339 w 533061"/>
                <a:gd name="csY11" fmla="*/ 330958 h 496944"/>
                <a:gd name="csX12" fmla="*/ 532189 w 533061"/>
                <a:gd name="csY12" fmla="*/ 302378 h 496944"/>
                <a:gd name="csX13" fmla="*/ 486398 w 533061"/>
                <a:gd name="csY13" fmla="*/ 111279 h 496944"/>
                <a:gd name="csX14" fmla="*/ 467224 w 533061"/>
                <a:gd name="csY14" fmla="*/ 88371 h 496944"/>
                <a:gd name="csX15" fmla="*/ 281882 w 533061"/>
                <a:gd name="csY15" fmla="*/ 3342 h 496944"/>
                <a:gd name="csX16" fmla="*/ 264699 w 533061"/>
                <a:gd name="csY16" fmla="*/ 40 h 496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33061" h="496944">
                  <a:moveTo>
                    <a:pt x="264699" y="40"/>
                  </a:moveTo>
                  <a:cubicBezTo>
                    <a:pt x="259986" y="268"/>
                    <a:pt x="255369" y="1391"/>
                    <a:pt x="251118" y="3342"/>
                  </a:cubicBezTo>
                  <a:lnTo>
                    <a:pt x="65799" y="88417"/>
                  </a:lnTo>
                  <a:cubicBezTo>
                    <a:pt x="56084" y="92875"/>
                    <a:pt x="49026" y="101307"/>
                    <a:pt x="46626" y="111325"/>
                  </a:cubicBezTo>
                  <a:lnTo>
                    <a:pt x="907" y="302424"/>
                  </a:lnTo>
                  <a:cubicBezTo>
                    <a:pt x="-1227" y="311320"/>
                    <a:pt x="508" y="320660"/>
                    <a:pt x="5717" y="328315"/>
                  </a:cubicBezTo>
                  <a:cubicBezTo>
                    <a:pt x="6341" y="329242"/>
                    <a:pt x="7015" y="330140"/>
                    <a:pt x="7731" y="331001"/>
                  </a:cubicBezTo>
                  <a:lnTo>
                    <a:pt x="136001" y="484232"/>
                  </a:lnTo>
                  <a:cubicBezTo>
                    <a:pt x="142727" y="492264"/>
                    <a:pt x="152926" y="496940"/>
                    <a:pt x="163708" y="496940"/>
                  </a:cubicBezTo>
                  <a:lnTo>
                    <a:pt x="369410" y="496895"/>
                  </a:lnTo>
                  <a:cubicBezTo>
                    <a:pt x="380189" y="496901"/>
                    <a:pt x="390386" y="492234"/>
                    <a:pt x="397116" y="484208"/>
                  </a:cubicBezTo>
                  <a:lnTo>
                    <a:pt x="525339" y="330958"/>
                  </a:lnTo>
                  <a:cubicBezTo>
                    <a:pt x="532068" y="322920"/>
                    <a:pt x="534589" y="312403"/>
                    <a:pt x="532189" y="302378"/>
                  </a:cubicBezTo>
                  <a:lnTo>
                    <a:pt x="486398" y="111279"/>
                  </a:lnTo>
                  <a:cubicBezTo>
                    <a:pt x="483997" y="101261"/>
                    <a:pt x="476940" y="92829"/>
                    <a:pt x="467224" y="88371"/>
                  </a:cubicBezTo>
                  <a:lnTo>
                    <a:pt x="281882" y="3342"/>
                  </a:lnTo>
                  <a:cubicBezTo>
                    <a:pt x="276534" y="887"/>
                    <a:pt x="270626" y="-248"/>
                    <a:pt x="264699" y="4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80000"/>
              </a:schemeClr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78" name="자유형 77">
              <a:extLst>
                <a:ext uri="{FF2B5EF4-FFF2-40B4-BE49-F238E27FC236}">
                  <a16:creationId xmlns:a16="http://schemas.microsoft.com/office/drawing/2014/main" id="{03F62BD1-1F6D-FA1F-C05E-87F15B96C82C}"/>
                </a:ext>
              </a:extLst>
            </p:cNvPr>
            <p:cNvSpPr/>
            <p:nvPr/>
          </p:nvSpPr>
          <p:spPr>
            <a:xfrm>
              <a:off x="2521941" y="2777585"/>
              <a:ext cx="562717" cy="524612"/>
            </a:xfrm>
            <a:custGeom>
              <a:avLst/>
              <a:gdLst>
                <a:gd name="csX0" fmla="*/ 279424 w 562717"/>
                <a:gd name="csY0" fmla="*/ 43 h 524612"/>
                <a:gd name="csX1" fmla="*/ 265108 w 562717"/>
                <a:gd name="csY1" fmla="*/ 3550 h 524612"/>
                <a:gd name="csX2" fmla="*/ 69455 w 562717"/>
                <a:gd name="csY2" fmla="*/ 93339 h 524612"/>
                <a:gd name="csX3" fmla="*/ 49215 w 562717"/>
                <a:gd name="csY3" fmla="*/ 117522 h 524612"/>
                <a:gd name="csX4" fmla="*/ 960 w 562717"/>
                <a:gd name="csY4" fmla="*/ 319256 h 524612"/>
                <a:gd name="csX5" fmla="*/ 6033 w 562717"/>
                <a:gd name="csY5" fmla="*/ 346603 h 524612"/>
                <a:gd name="csX6" fmla="*/ 8164 w 562717"/>
                <a:gd name="csY6" fmla="*/ 349427 h 524612"/>
                <a:gd name="csX7" fmla="*/ 143568 w 562717"/>
                <a:gd name="csY7" fmla="*/ 511198 h 524612"/>
                <a:gd name="csX8" fmla="*/ 172817 w 562717"/>
                <a:gd name="csY8" fmla="*/ 524609 h 524612"/>
                <a:gd name="csX9" fmla="*/ 389965 w 562717"/>
                <a:gd name="csY9" fmla="*/ 524563 h 524612"/>
                <a:gd name="csX10" fmla="*/ 419213 w 562717"/>
                <a:gd name="csY10" fmla="*/ 511174 h 524612"/>
                <a:gd name="csX11" fmla="*/ 554569 w 562717"/>
                <a:gd name="csY11" fmla="*/ 349381 h 524612"/>
                <a:gd name="csX12" fmla="*/ 561798 w 562717"/>
                <a:gd name="csY12" fmla="*/ 319231 h 524612"/>
                <a:gd name="csX13" fmla="*/ 513472 w 562717"/>
                <a:gd name="csY13" fmla="*/ 117476 h 524612"/>
                <a:gd name="csX14" fmla="*/ 493231 w 562717"/>
                <a:gd name="csY14" fmla="*/ 93316 h 524612"/>
                <a:gd name="csX15" fmla="*/ 297579 w 562717"/>
                <a:gd name="csY15" fmla="*/ 3527 h 524612"/>
                <a:gd name="csX16" fmla="*/ 279424 w 562717"/>
                <a:gd name="csY16" fmla="*/ 43 h 524612"/>
                <a:gd name="csX17" fmla="*/ 279519 w 562717"/>
                <a:gd name="csY17" fmla="*/ 13889 h 524612"/>
                <a:gd name="csX18" fmla="*/ 296702 w 562717"/>
                <a:gd name="csY18" fmla="*/ 17190 h 524612"/>
                <a:gd name="csX19" fmla="*/ 482044 w 562717"/>
                <a:gd name="csY19" fmla="*/ 102219 h 524612"/>
                <a:gd name="csX20" fmla="*/ 501218 w 562717"/>
                <a:gd name="csY20" fmla="*/ 125128 h 524612"/>
                <a:gd name="csX21" fmla="*/ 547009 w 562717"/>
                <a:gd name="csY21" fmla="*/ 316228 h 524612"/>
                <a:gd name="csX22" fmla="*/ 540159 w 562717"/>
                <a:gd name="csY22" fmla="*/ 344805 h 524612"/>
                <a:gd name="csX23" fmla="*/ 411936 w 562717"/>
                <a:gd name="csY23" fmla="*/ 498058 h 524612"/>
                <a:gd name="csX24" fmla="*/ 384230 w 562717"/>
                <a:gd name="csY24" fmla="*/ 510742 h 524612"/>
                <a:gd name="csX25" fmla="*/ 178530 w 562717"/>
                <a:gd name="csY25" fmla="*/ 510787 h 524612"/>
                <a:gd name="csX26" fmla="*/ 150823 w 562717"/>
                <a:gd name="csY26" fmla="*/ 498082 h 524612"/>
                <a:gd name="csX27" fmla="*/ 22553 w 562717"/>
                <a:gd name="csY27" fmla="*/ 344851 h 524612"/>
                <a:gd name="csX28" fmla="*/ 20539 w 562717"/>
                <a:gd name="csY28" fmla="*/ 342164 h 524612"/>
                <a:gd name="csX29" fmla="*/ 15726 w 562717"/>
                <a:gd name="csY29" fmla="*/ 316274 h 524612"/>
                <a:gd name="csX30" fmla="*/ 61444 w 562717"/>
                <a:gd name="csY30" fmla="*/ 125173 h 524612"/>
                <a:gd name="csX31" fmla="*/ 80621 w 562717"/>
                <a:gd name="csY31" fmla="*/ 102265 h 524612"/>
                <a:gd name="csX32" fmla="*/ 265938 w 562717"/>
                <a:gd name="csY32" fmla="*/ 17190 h 524612"/>
                <a:gd name="csX33" fmla="*/ 279519 w 562717"/>
                <a:gd name="csY33" fmla="*/ 13889 h 52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62717" h="524612">
                  <a:moveTo>
                    <a:pt x="279424" y="43"/>
                  </a:moveTo>
                  <a:cubicBezTo>
                    <a:pt x="274455" y="293"/>
                    <a:pt x="269588" y="1485"/>
                    <a:pt x="265108" y="3550"/>
                  </a:cubicBezTo>
                  <a:lnTo>
                    <a:pt x="69455" y="93339"/>
                  </a:lnTo>
                  <a:cubicBezTo>
                    <a:pt x="59199" y="98045"/>
                    <a:pt x="51751" y="106946"/>
                    <a:pt x="49215" y="117522"/>
                  </a:cubicBezTo>
                  <a:lnTo>
                    <a:pt x="960" y="319256"/>
                  </a:lnTo>
                  <a:cubicBezTo>
                    <a:pt x="-1298" y="328650"/>
                    <a:pt x="533" y="338517"/>
                    <a:pt x="6033" y="346603"/>
                  </a:cubicBezTo>
                  <a:cubicBezTo>
                    <a:pt x="6695" y="347577"/>
                    <a:pt x="7407" y="348520"/>
                    <a:pt x="8164" y="349427"/>
                  </a:cubicBezTo>
                  <a:lnTo>
                    <a:pt x="143568" y="511198"/>
                  </a:lnTo>
                  <a:cubicBezTo>
                    <a:pt x="150671" y="519674"/>
                    <a:pt x="161434" y="524612"/>
                    <a:pt x="172817" y="524609"/>
                  </a:cubicBezTo>
                  <a:lnTo>
                    <a:pt x="389965" y="524563"/>
                  </a:lnTo>
                  <a:cubicBezTo>
                    <a:pt x="401344" y="524572"/>
                    <a:pt x="412107" y="519644"/>
                    <a:pt x="419213" y="511174"/>
                  </a:cubicBezTo>
                  <a:lnTo>
                    <a:pt x="554569" y="349381"/>
                  </a:lnTo>
                  <a:cubicBezTo>
                    <a:pt x="561666" y="340902"/>
                    <a:pt x="564327" y="329806"/>
                    <a:pt x="561798" y="319231"/>
                  </a:cubicBezTo>
                  <a:lnTo>
                    <a:pt x="513472" y="117476"/>
                  </a:lnTo>
                  <a:cubicBezTo>
                    <a:pt x="510931" y="106909"/>
                    <a:pt x="503482" y="98018"/>
                    <a:pt x="493231" y="93316"/>
                  </a:cubicBezTo>
                  <a:lnTo>
                    <a:pt x="297579" y="3527"/>
                  </a:lnTo>
                  <a:cubicBezTo>
                    <a:pt x="291929" y="934"/>
                    <a:pt x="285686" y="-264"/>
                    <a:pt x="279424" y="43"/>
                  </a:cubicBezTo>
                  <a:close/>
                  <a:moveTo>
                    <a:pt x="279519" y="13889"/>
                  </a:moveTo>
                  <a:cubicBezTo>
                    <a:pt x="285446" y="13600"/>
                    <a:pt x="291354" y="14736"/>
                    <a:pt x="296702" y="17190"/>
                  </a:cubicBezTo>
                  <a:lnTo>
                    <a:pt x="482044" y="102219"/>
                  </a:lnTo>
                  <a:cubicBezTo>
                    <a:pt x="491760" y="106678"/>
                    <a:pt x="498817" y="115109"/>
                    <a:pt x="501218" y="125128"/>
                  </a:cubicBezTo>
                  <a:lnTo>
                    <a:pt x="547009" y="316228"/>
                  </a:lnTo>
                  <a:cubicBezTo>
                    <a:pt x="549410" y="326250"/>
                    <a:pt x="546888" y="336770"/>
                    <a:pt x="540159" y="344805"/>
                  </a:cubicBezTo>
                  <a:lnTo>
                    <a:pt x="411936" y="498058"/>
                  </a:lnTo>
                  <a:cubicBezTo>
                    <a:pt x="405206" y="506081"/>
                    <a:pt x="395009" y="510751"/>
                    <a:pt x="384230" y="510742"/>
                  </a:cubicBezTo>
                  <a:lnTo>
                    <a:pt x="178530" y="510787"/>
                  </a:lnTo>
                  <a:cubicBezTo>
                    <a:pt x="167745" y="510790"/>
                    <a:pt x="157548" y="506114"/>
                    <a:pt x="150823" y="498082"/>
                  </a:cubicBezTo>
                  <a:lnTo>
                    <a:pt x="22553" y="344851"/>
                  </a:lnTo>
                  <a:cubicBezTo>
                    <a:pt x="21834" y="343987"/>
                    <a:pt x="21162" y="343089"/>
                    <a:pt x="20539" y="342164"/>
                  </a:cubicBezTo>
                  <a:cubicBezTo>
                    <a:pt x="15330" y="334507"/>
                    <a:pt x="13594" y="325167"/>
                    <a:pt x="15726" y="316274"/>
                  </a:cubicBezTo>
                  <a:lnTo>
                    <a:pt x="61444" y="125173"/>
                  </a:lnTo>
                  <a:cubicBezTo>
                    <a:pt x="63847" y="115155"/>
                    <a:pt x="70902" y="106723"/>
                    <a:pt x="80621" y="102265"/>
                  </a:cubicBezTo>
                  <a:lnTo>
                    <a:pt x="265938" y="17190"/>
                  </a:lnTo>
                  <a:cubicBezTo>
                    <a:pt x="270189" y="15239"/>
                    <a:pt x="274806" y="14117"/>
                    <a:pt x="279519" y="1388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CC851AF-EC66-1562-4179-88D9216DE274}"/>
                </a:ext>
              </a:extLst>
            </p:cNvPr>
            <p:cNvSpPr txBox="1"/>
            <p:nvPr/>
          </p:nvSpPr>
          <p:spPr>
            <a:xfrm>
              <a:off x="2725968" y="3166175"/>
              <a:ext cx="155148" cy="1068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sz="600" b="1" spc="0" baseline="0" dirty="0">
                  <a:ln/>
                  <a:solidFill>
                    <a:srgbClr val="FFFFFF"/>
                  </a:solidFill>
                  <a:latin typeface="SUIT" pitchFamily="2" charset="-127"/>
                  <a:ea typeface="SUIT" pitchFamily="2" charset="-127"/>
                  <a:cs typeface="Arial"/>
                  <a:sym typeface="Arial"/>
                  <a:rtl val="0"/>
                </a:rPr>
                <a:t>pod</a:t>
              </a:r>
            </a:p>
          </p:txBody>
        </p:sp>
        <p:grpSp>
          <p:nvGrpSpPr>
            <p:cNvPr id="80" name="그래픽 2">
              <a:extLst>
                <a:ext uri="{FF2B5EF4-FFF2-40B4-BE49-F238E27FC236}">
                  <a16:creationId xmlns:a16="http://schemas.microsoft.com/office/drawing/2014/main" id="{FC1E57E8-E738-FE65-05C8-30D27FFE5491}"/>
                </a:ext>
              </a:extLst>
            </p:cNvPr>
            <p:cNvGrpSpPr/>
            <p:nvPr/>
          </p:nvGrpSpPr>
          <p:grpSpPr>
            <a:xfrm>
              <a:off x="2690328" y="2921832"/>
              <a:ext cx="225946" cy="215044"/>
              <a:chOff x="2690328" y="2921832"/>
              <a:chExt cx="225946" cy="215044"/>
            </a:xfrm>
            <a:solidFill>
              <a:srgbClr val="FFFFFF"/>
            </a:solidFill>
          </p:grpSpPr>
          <p:sp>
            <p:nvSpPr>
              <p:cNvPr id="81" name="자유형 80">
                <a:extLst>
                  <a:ext uri="{FF2B5EF4-FFF2-40B4-BE49-F238E27FC236}">
                    <a16:creationId xmlns:a16="http://schemas.microsoft.com/office/drawing/2014/main" id="{6F4AAC3B-13CF-C042-31D1-3A0890FFD332}"/>
                  </a:ext>
                </a:extLst>
              </p:cNvPr>
              <p:cNvSpPr/>
              <p:nvPr/>
            </p:nvSpPr>
            <p:spPr>
              <a:xfrm>
                <a:off x="2690328" y="2921832"/>
                <a:ext cx="225946" cy="62952"/>
              </a:xfrm>
              <a:custGeom>
                <a:avLst/>
                <a:gdLst>
                  <a:gd name="csX0" fmla="*/ -1 w 225946"/>
                  <a:gd name="csY0" fmla="*/ 31475 h 62952"/>
                  <a:gd name="csX1" fmla="*/ 112972 w 225946"/>
                  <a:gd name="csY1" fmla="*/ -1 h 62952"/>
                  <a:gd name="csX2" fmla="*/ 225946 w 225946"/>
                  <a:gd name="csY2" fmla="*/ 31475 h 62952"/>
                  <a:gd name="csX3" fmla="*/ 112972 w 225946"/>
                  <a:gd name="csY3" fmla="*/ 62951 h 62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946" h="62952">
                    <a:moveTo>
                      <a:pt x="-1" y="31475"/>
                    </a:moveTo>
                    <a:lnTo>
                      <a:pt x="112972" y="-1"/>
                    </a:lnTo>
                    <a:lnTo>
                      <a:pt x="225946" y="31475"/>
                    </a:lnTo>
                    <a:lnTo>
                      <a:pt x="112972" y="62951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2" name="자유형 81">
                <a:extLst>
                  <a:ext uri="{FF2B5EF4-FFF2-40B4-BE49-F238E27FC236}">
                    <a16:creationId xmlns:a16="http://schemas.microsoft.com/office/drawing/2014/main" id="{F4CC45CD-2BCD-4023-5FE3-6EFFF04A0588}"/>
                  </a:ext>
                </a:extLst>
              </p:cNvPr>
              <p:cNvSpPr/>
              <p:nvPr/>
            </p:nvSpPr>
            <p:spPr>
              <a:xfrm>
                <a:off x="2690328" y="2965362"/>
                <a:ext cx="105780" cy="171515"/>
              </a:xfrm>
              <a:custGeom>
                <a:avLst/>
                <a:gdLst>
                  <a:gd name="csX0" fmla="*/ -1 w 105780"/>
                  <a:gd name="csY0" fmla="*/ -1 h 171515"/>
                  <a:gd name="csX1" fmla="*/ -1 w 105780"/>
                  <a:gd name="csY1" fmla="*/ 115493 h 171515"/>
                  <a:gd name="csX2" fmla="*/ 105258 w 105780"/>
                  <a:gd name="csY2" fmla="*/ 171514 h 171515"/>
                  <a:gd name="csX3" fmla="*/ 105779 w 105780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80" h="171515">
                    <a:moveTo>
                      <a:pt x="-1" y="-1"/>
                    </a:moveTo>
                    <a:lnTo>
                      <a:pt x="-1" y="115493"/>
                    </a:lnTo>
                    <a:lnTo>
                      <a:pt x="105258" y="171514"/>
                    </a:lnTo>
                    <a:lnTo>
                      <a:pt x="105779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83" name="자유형 82">
                <a:extLst>
                  <a:ext uri="{FF2B5EF4-FFF2-40B4-BE49-F238E27FC236}">
                    <a16:creationId xmlns:a16="http://schemas.microsoft.com/office/drawing/2014/main" id="{CA57F82E-41A6-CE94-7ED5-174053C7A72B}"/>
                  </a:ext>
                </a:extLst>
              </p:cNvPr>
              <p:cNvSpPr/>
              <p:nvPr/>
            </p:nvSpPr>
            <p:spPr>
              <a:xfrm>
                <a:off x="2810495" y="2965362"/>
                <a:ext cx="105779" cy="171515"/>
              </a:xfrm>
              <a:custGeom>
                <a:avLst/>
                <a:gdLst>
                  <a:gd name="csX0" fmla="*/ 105779 w 105779"/>
                  <a:gd name="csY0" fmla="*/ -1 h 171515"/>
                  <a:gd name="csX1" fmla="*/ 105779 w 105779"/>
                  <a:gd name="csY1" fmla="*/ 115493 h 171515"/>
                  <a:gd name="csX2" fmla="*/ 520 w 105779"/>
                  <a:gd name="csY2" fmla="*/ 171514 h 171515"/>
                  <a:gd name="csX3" fmla="*/ -1 w 105779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79" h="171515">
                    <a:moveTo>
                      <a:pt x="105779" y="-1"/>
                    </a:moveTo>
                    <a:lnTo>
                      <a:pt x="105779" y="115493"/>
                    </a:lnTo>
                    <a:lnTo>
                      <a:pt x="520" y="171514"/>
                    </a:lnTo>
                    <a:lnTo>
                      <a:pt x="-1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53404BD7-68F4-8197-D331-AAB6E189263C}"/>
              </a:ext>
            </a:extLst>
          </p:cNvPr>
          <p:cNvGrpSpPr/>
          <p:nvPr/>
        </p:nvGrpSpPr>
        <p:grpSpPr>
          <a:xfrm>
            <a:off x="3818590" y="4703333"/>
            <a:ext cx="385508" cy="359403"/>
            <a:chOff x="2521941" y="2777585"/>
            <a:chExt cx="562717" cy="524612"/>
          </a:xfrm>
        </p:grpSpPr>
        <p:sp>
          <p:nvSpPr>
            <p:cNvPr id="86" name="자유형 85">
              <a:extLst>
                <a:ext uri="{FF2B5EF4-FFF2-40B4-BE49-F238E27FC236}">
                  <a16:creationId xmlns:a16="http://schemas.microsoft.com/office/drawing/2014/main" id="{15F18568-1F9D-F7A6-E4CF-BC023AC7776E}"/>
                </a:ext>
              </a:extLst>
            </p:cNvPr>
            <p:cNvSpPr/>
            <p:nvPr/>
          </p:nvSpPr>
          <p:spPr>
            <a:xfrm>
              <a:off x="2536765" y="2791425"/>
              <a:ext cx="533061" cy="496944"/>
            </a:xfrm>
            <a:custGeom>
              <a:avLst/>
              <a:gdLst>
                <a:gd name="csX0" fmla="*/ 264699 w 533061"/>
                <a:gd name="csY0" fmla="*/ 40 h 496944"/>
                <a:gd name="csX1" fmla="*/ 251118 w 533061"/>
                <a:gd name="csY1" fmla="*/ 3342 h 496944"/>
                <a:gd name="csX2" fmla="*/ 65799 w 533061"/>
                <a:gd name="csY2" fmla="*/ 88417 h 496944"/>
                <a:gd name="csX3" fmla="*/ 46626 w 533061"/>
                <a:gd name="csY3" fmla="*/ 111325 h 496944"/>
                <a:gd name="csX4" fmla="*/ 907 w 533061"/>
                <a:gd name="csY4" fmla="*/ 302424 h 496944"/>
                <a:gd name="csX5" fmla="*/ 5717 w 533061"/>
                <a:gd name="csY5" fmla="*/ 328315 h 496944"/>
                <a:gd name="csX6" fmla="*/ 7731 w 533061"/>
                <a:gd name="csY6" fmla="*/ 331001 h 496944"/>
                <a:gd name="csX7" fmla="*/ 136001 w 533061"/>
                <a:gd name="csY7" fmla="*/ 484232 h 496944"/>
                <a:gd name="csX8" fmla="*/ 163708 w 533061"/>
                <a:gd name="csY8" fmla="*/ 496940 h 496944"/>
                <a:gd name="csX9" fmla="*/ 369410 w 533061"/>
                <a:gd name="csY9" fmla="*/ 496895 h 496944"/>
                <a:gd name="csX10" fmla="*/ 397116 w 533061"/>
                <a:gd name="csY10" fmla="*/ 484208 h 496944"/>
                <a:gd name="csX11" fmla="*/ 525339 w 533061"/>
                <a:gd name="csY11" fmla="*/ 330958 h 496944"/>
                <a:gd name="csX12" fmla="*/ 532189 w 533061"/>
                <a:gd name="csY12" fmla="*/ 302378 h 496944"/>
                <a:gd name="csX13" fmla="*/ 486398 w 533061"/>
                <a:gd name="csY13" fmla="*/ 111279 h 496944"/>
                <a:gd name="csX14" fmla="*/ 467224 w 533061"/>
                <a:gd name="csY14" fmla="*/ 88371 h 496944"/>
                <a:gd name="csX15" fmla="*/ 281882 w 533061"/>
                <a:gd name="csY15" fmla="*/ 3342 h 496944"/>
                <a:gd name="csX16" fmla="*/ 264699 w 533061"/>
                <a:gd name="csY16" fmla="*/ 40 h 496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33061" h="496944">
                  <a:moveTo>
                    <a:pt x="264699" y="40"/>
                  </a:moveTo>
                  <a:cubicBezTo>
                    <a:pt x="259986" y="268"/>
                    <a:pt x="255369" y="1391"/>
                    <a:pt x="251118" y="3342"/>
                  </a:cubicBezTo>
                  <a:lnTo>
                    <a:pt x="65799" y="88417"/>
                  </a:lnTo>
                  <a:cubicBezTo>
                    <a:pt x="56084" y="92875"/>
                    <a:pt x="49026" y="101307"/>
                    <a:pt x="46626" y="111325"/>
                  </a:cubicBezTo>
                  <a:lnTo>
                    <a:pt x="907" y="302424"/>
                  </a:lnTo>
                  <a:cubicBezTo>
                    <a:pt x="-1227" y="311320"/>
                    <a:pt x="508" y="320660"/>
                    <a:pt x="5717" y="328315"/>
                  </a:cubicBezTo>
                  <a:cubicBezTo>
                    <a:pt x="6341" y="329242"/>
                    <a:pt x="7015" y="330140"/>
                    <a:pt x="7731" y="331001"/>
                  </a:cubicBezTo>
                  <a:lnTo>
                    <a:pt x="136001" y="484232"/>
                  </a:lnTo>
                  <a:cubicBezTo>
                    <a:pt x="142727" y="492264"/>
                    <a:pt x="152926" y="496940"/>
                    <a:pt x="163708" y="496940"/>
                  </a:cubicBezTo>
                  <a:lnTo>
                    <a:pt x="369410" y="496895"/>
                  </a:lnTo>
                  <a:cubicBezTo>
                    <a:pt x="380189" y="496901"/>
                    <a:pt x="390386" y="492234"/>
                    <a:pt x="397116" y="484208"/>
                  </a:cubicBezTo>
                  <a:lnTo>
                    <a:pt x="525339" y="330958"/>
                  </a:lnTo>
                  <a:cubicBezTo>
                    <a:pt x="532068" y="322920"/>
                    <a:pt x="534589" y="312403"/>
                    <a:pt x="532189" y="302378"/>
                  </a:cubicBezTo>
                  <a:lnTo>
                    <a:pt x="486398" y="111279"/>
                  </a:lnTo>
                  <a:cubicBezTo>
                    <a:pt x="483997" y="101261"/>
                    <a:pt x="476940" y="92829"/>
                    <a:pt x="467224" y="88371"/>
                  </a:cubicBezTo>
                  <a:lnTo>
                    <a:pt x="281882" y="3342"/>
                  </a:lnTo>
                  <a:cubicBezTo>
                    <a:pt x="276534" y="887"/>
                    <a:pt x="270626" y="-248"/>
                    <a:pt x="264699" y="40"/>
                  </a:cubicBezTo>
                  <a:close/>
                </a:path>
              </a:pathLst>
            </a:custGeom>
            <a:solidFill>
              <a:srgbClr val="326CE5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87" name="자유형 86">
              <a:extLst>
                <a:ext uri="{FF2B5EF4-FFF2-40B4-BE49-F238E27FC236}">
                  <a16:creationId xmlns:a16="http://schemas.microsoft.com/office/drawing/2014/main" id="{A06BF754-C021-3404-7D4E-BCDCC6BE72E9}"/>
                </a:ext>
              </a:extLst>
            </p:cNvPr>
            <p:cNvSpPr/>
            <p:nvPr/>
          </p:nvSpPr>
          <p:spPr>
            <a:xfrm>
              <a:off x="2521941" y="2777585"/>
              <a:ext cx="562717" cy="524612"/>
            </a:xfrm>
            <a:custGeom>
              <a:avLst/>
              <a:gdLst>
                <a:gd name="csX0" fmla="*/ 279424 w 562717"/>
                <a:gd name="csY0" fmla="*/ 43 h 524612"/>
                <a:gd name="csX1" fmla="*/ 265108 w 562717"/>
                <a:gd name="csY1" fmla="*/ 3550 h 524612"/>
                <a:gd name="csX2" fmla="*/ 69455 w 562717"/>
                <a:gd name="csY2" fmla="*/ 93339 h 524612"/>
                <a:gd name="csX3" fmla="*/ 49215 w 562717"/>
                <a:gd name="csY3" fmla="*/ 117522 h 524612"/>
                <a:gd name="csX4" fmla="*/ 960 w 562717"/>
                <a:gd name="csY4" fmla="*/ 319256 h 524612"/>
                <a:gd name="csX5" fmla="*/ 6033 w 562717"/>
                <a:gd name="csY5" fmla="*/ 346603 h 524612"/>
                <a:gd name="csX6" fmla="*/ 8164 w 562717"/>
                <a:gd name="csY6" fmla="*/ 349427 h 524612"/>
                <a:gd name="csX7" fmla="*/ 143568 w 562717"/>
                <a:gd name="csY7" fmla="*/ 511198 h 524612"/>
                <a:gd name="csX8" fmla="*/ 172817 w 562717"/>
                <a:gd name="csY8" fmla="*/ 524609 h 524612"/>
                <a:gd name="csX9" fmla="*/ 389965 w 562717"/>
                <a:gd name="csY9" fmla="*/ 524563 h 524612"/>
                <a:gd name="csX10" fmla="*/ 419213 w 562717"/>
                <a:gd name="csY10" fmla="*/ 511174 h 524612"/>
                <a:gd name="csX11" fmla="*/ 554569 w 562717"/>
                <a:gd name="csY11" fmla="*/ 349381 h 524612"/>
                <a:gd name="csX12" fmla="*/ 561798 w 562717"/>
                <a:gd name="csY12" fmla="*/ 319231 h 524612"/>
                <a:gd name="csX13" fmla="*/ 513472 w 562717"/>
                <a:gd name="csY13" fmla="*/ 117476 h 524612"/>
                <a:gd name="csX14" fmla="*/ 493231 w 562717"/>
                <a:gd name="csY14" fmla="*/ 93316 h 524612"/>
                <a:gd name="csX15" fmla="*/ 297579 w 562717"/>
                <a:gd name="csY15" fmla="*/ 3527 h 524612"/>
                <a:gd name="csX16" fmla="*/ 279424 w 562717"/>
                <a:gd name="csY16" fmla="*/ 43 h 524612"/>
                <a:gd name="csX17" fmla="*/ 279519 w 562717"/>
                <a:gd name="csY17" fmla="*/ 13889 h 524612"/>
                <a:gd name="csX18" fmla="*/ 296702 w 562717"/>
                <a:gd name="csY18" fmla="*/ 17190 h 524612"/>
                <a:gd name="csX19" fmla="*/ 482044 w 562717"/>
                <a:gd name="csY19" fmla="*/ 102219 h 524612"/>
                <a:gd name="csX20" fmla="*/ 501218 w 562717"/>
                <a:gd name="csY20" fmla="*/ 125128 h 524612"/>
                <a:gd name="csX21" fmla="*/ 547009 w 562717"/>
                <a:gd name="csY21" fmla="*/ 316228 h 524612"/>
                <a:gd name="csX22" fmla="*/ 540159 w 562717"/>
                <a:gd name="csY22" fmla="*/ 344805 h 524612"/>
                <a:gd name="csX23" fmla="*/ 411936 w 562717"/>
                <a:gd name="csY23" fmla="*/ 498058 h 524612"/>
                <a:gd name="csX24" fmla="*/ 384230 w 562717"/>
                <a:gd name="csY24" fmla="*/ 510742 h 524612"/>
                <a:gd name="csX25" fmla="*/ 178530 w 562717"/>
                <a:gd name="csY25" fmla="*/ 510787 h 524612"/>
                <a:gd name="csX26" fmla="*/ 150823 w 562717"/>
                <a:gd name="csY26" fmla="*/ 498082 h 524612"/>
                <a:gd name="csX27" fmla="*/ 22553 w 562717"/>
                <a:gd name="csY27" fmla="*/ 344851 h 524612"/>
                <a:gd name="csX28" fmla="*/ 20539 w 562717"/>
                <a:gd name="csY28" fmla="*/ 342164 h 524612"/>
                <a:gd name="csX29" fmla="*/ 15726 w 562717"/>
                <a:gd name="csY29" fmla="*/ 316274 h 524612"/>
                <a:gd name="csX30" fmla="*/ 61444 w 562717"/>
                <a:gd name="csY30" fmla="*/ 125173 h 524612"/>
                <a:gd name="csX31" fmla="*/ 80621 w 562717"/>
                <a:gd name="csY31" fmla="*/ 102265 h 524612"/>
                <a:gd name="csX32" fmla="*/ 265938 w 562717"/>
                <a:gd name="csY32" fmla="*/ 17190 h 524612"/>
                <a:gd name="csX33" fmla="*/ 279519 w 562717"/>
                <a:gd name="csY33" fmla="*/ 13889 h 52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62717" h="524612">
                  <a:moveTo>
                    <a:pt x="279424" y="43"/>
                  </a:moveTo>
                  <a:cubicBezTo>
                    <a:pt x="274455" y="293"/>
                    <a:pt x="269588" y="1485"/>
                    <a:pt x="265108" y="3550"/>
                  </a:cubicBezTo>
                  <a:lnTo>
                    <a:pt x="69455" y="93339"/>
                  </a:lnTo>
                  <a:cubicBezTo>
                    <a:pt x="59199" y="98045"/>
                    <a:pt x="51751" y="106946"/>
                    <a:pt x="49215" y="117522"/>
                  </a:cubicBezTo>
                  <a:lnTo>
                    <a:pt x="960" y="319256"/>
                  </a:lnTo>
                  <a:cubicBezTo>
                    <a:pt x="-1298" y="328650"/>
                    <a:pt x="533" y="338517"/>
                    <a:pt x="6033" y="346603"/>
                  </a:cubicBezTo>
                  <a:cubicBezTo>
                    <a:pt x="6695" y="347577"/>
                    <a:pt x="7407" y="348520"/>
                    <a:pt x="8164" y="349427"/>
                  </a:cubicBezTo>
                  <a:lnTo>
                    <a:pt x="143568" y="511198"/>
                  </a:lnTo>
                  <a:cubicBezTo>
                    <a:pt x="150671" y="519674"/>
                    <a:pt x="161434" y="524612"/>
                    <a:pt x="172817" y="524609"/>
                  </a:cubicBezTo>
                  <a:lnTo>
                    <a:pt x="389965" y="524563"/>
                  </a:lnTo>
                  <a:cubicBezTo>
                    <a:pt x="401344" y="524572"/>
                    <a:pt x="412107" y="519644"/>
                    <a:pt x="419213" y="511174"/>
                  </a:cubicBezTo>
                  <a:lnTo>
                    <a:pt x="554569" y="349381"/>
                  </a:lnTo>
                  <a:cubicBezTo>
                    <a:pt x="561666" y="340902"/>
                    <a:pt x="564327" y="329806"/>
                    <a:pt x="561798" y="319231"/>
                  </a:cubicBezTo>
                  <a:lnTo>
                    <a:pt x="513472" y="117476"/>
                  </a:lnTo>
                  <a:cubicBezTo>
                    <a:pt x="510931" y="106909"/>
                    <a:pt x="503482" y="98018"/>
                    <a:pt x="493231" y="93316"/>
                  </a:cubicBezTo>
                  <a:lnTo>
                    <a:pt x="297579" y="3527"/>
                  </a:lnTo>
                  <a:cubicBezTo>
                    <a:pt x="291929" y="934"/>
                    <a:pt x="285686" y="-264"/>
                    <a:pt x="279424" y="43"/>
                  </a:cubicBezTo>
                  <a:close/>
                  <a:moveTo>
                    <a:pt x="279519" y="13889"/>
                  </a:moveTo>
                  <a:cubicBezTo>
                    <a:pt x="285446" y="13600"/>
                    <a:pt x="291354" y="14736"/>
                    <a:pt x="296702" y="17190"/>
                  </a:cubicBezTo>
                  <a:lnTo>
                    <a:pt x="482044" y="102219"/>
                  </a:lnTo>
                  <a:cubicBezTo>
                    <a:pt x="491760" y="106678"/>
                    <a:pt x="498817" y="115109"/>
                    <a:pt x="501218" y="125128"/>
                  </a:cubicBezTo>
                  <a:lnTo>
                    <a:pt x="547009" y="316228"/>
                  </a:lnTo>
                  <a:cubicBezTo>
                    <a:pt x="549410" y="326250"/>
                    <a:pt x="546888" y="336770"/>
                    <a:pt x="540159" y="344805"/>
                  </a:cubicBezTo>
                  <a:lnTo>
                    <a:pt x="411936" y="498058"/>
                  </a:lnTo>
                  <a:cubicBezTo>
                    <a:pt x="405206" y="506081"/>
                    <a:pt x="395009" y="510751"/>
                    <a:pt x="384230" y="510742"/>
                  </a:cubicBezTo>
                  <a:lnTo>
                    <a:pt x="178530" y="510787"/>
                  </a:lnTo>
                  <a:cubicBezTo>
                    <a:pt x="167745" y="510790"/>
                    <a:pt x="157548" y="506114"/>
                    <a:pt x="150823" y="498082"/>
                  </a:cubicBezTo>
                  <a:lnTo>
                    <a:pt x="22553" y="344851"/>
                  </a:lnTo>
                  <a:cubicBezTo>
                    <a:pt x="21834" y="343987"/>
                    <a:pt x="21162" y="343089"/>
                    <a:pt x="20539" y="342164"/>
                  </a:cubicBezTo>
                  <a:cubicBezTo>
                    <a:pt x="15330" y="334507"/>
                    <a:pt x="13594" y="325167"/>
                    <a:pt x="15726" y="316274"/>
                  </a:cubicBezTo>
                  <a:lnTo>
                    <a:pt x="61444" y="125173"/>
                  </a:lnTo>
                  <a:cubicBezTo>
                    <a:pt x="63847" y="115155"/>
                    <a:pt x="70902" y="106723"/>
                    <a:pt x="80621" y="102265"/>
                  </a:cubicBezTo>
                  <a:lnTo>
                    <a:pt x="265938" y="17190"/>
                  </a:lnTo>
                  <a:cubicBezTo>
                    <a:pt x="270189" y="15239"/>
                    <a:pt x="274806" y="14117"/>
                    <a:pt x="279519" y="1388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6D111164-42DD-EFEA-0898-4FA916A286CD}"/>
                </a:ext>
              </a:extLst>
            </p:cNvPr>
            <p:cNvSpPr txBox="1"/>
            <p:nvPr/>
          </p:nvSpPr>
          <p:spPr>
            <a:xfrm>
              <a:off x="2725968" y="3166175"/>
              <a:ext cx="155148" cy="1068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sz="400" b="1" spc="0" baseline="0" dirty="0">
                  <a:ln/>
                  <a:solidFill>
                    <a:srgbClr val="FFFFFF"/>
                  </a:solidFill>
                  <a:latin typeface="SUIT" pitchFamily="2" charset="-127"/>
                  <a:ea typeface="SUIT" pitchFamily="2" charset="-127"/>
                  <a:cs typeface="Arial"/>
                  <a:sym typeface="Arial"/>
                  <a:rtl val="0"/>
                </a:rPr>
                <a:t>pod</a:t>
              </a:r>
            </a:p>
          </p:txBody>
        </p:sp>
        <p:grpSp>
          <p:nvGrpSpPr>
            <p:cNvPr id="91" name="그래픽 2">
              <a:extLst>
                <a:ext uri="{FF2B5EF4-FFF2-40B4-BE49-F238E27FC236}">
                  <a16:creationId xmlns:a16="http://schemas.microsoft.com/office/drawing/2014/main" id="{CEAD1B88-F81D-AAC2-67F4-A79EF2E8D404}"/>
                </a:ext>
              </a:extLst>
            </p:cNvPr>
            <p:cNvGrpSpPr/>
            <p:nvPr/>
          </p:nvGrpSpPr>
          <p:grpSpPr>
            <a:xfrm>
              <a:off x="2690328" y="2921832"/>
              <a:ext cx="225946" cy="215044"/>
              <a:chOff x="2690328" y="2921832"/>
              <a:chExt cx="225946" cy="215044"/>
            </a:xfrm>
            <a:solidFill>
              <a:srgbClr val="FFFFFF"/>
            </a:solidFill>
          </p:grpSpPr>
          <p:sp>
            <p:nvSpPr>
              <p:cNvPr id="97" name="자유형 96">
                <a:extLst>
                  <a:ext uri="{FF2B5EF4-FFF2-40B4-BE49-F238E27FC236}">
                    <a16:creationId xmlns:a16="http://schemas.microsoft.com/office/drawing/2014/main" id="{FFDF206E-E22D-2E73-B77E-3D61CBED0213}"/>
                  </a:ext>
                </a:extLst>
              </p:cNvPr>
              <p:cNvSpPr/>
              <p:nvPr/>
            </p:nvSpPr>
            <p:spPr>
              <a:xfrm>
                <a:off x="2690328" y="2921832"/>
                <a:ext cx="225946" cy="62952"/>
              </a:xfrm>
              <a:custGeom>
                <a:avLst/>
                <a:gdLst>
                  <a:gd name="csX0" fmla="*/ -1 w 225946"/>
                  <a:gd name="csY0" fmla="*/ 31475 h 62952"/>
                  <a:gd name="csX1" fmla="*/ 112972 w 225946"/>
                  <a:gd name="csY1" fmla="*/ -1 h 62952"/>
                  <a:gd name="csX2" fmla="*/ 225946 w 225946"/>
                  <a:gd name="csY2" fmla="*/ 31475 h 62952"/>
                  <a:gd name="csX3" fmla="*/ 112972 w 225946"/>
                  <a:gd name="csY3" fmla="*/ 62951 h 62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946" h="62952">
                    <a:moveTo>
                      <a:pt x="-1" y="31475"/>
                    </a:moveTo>
                    <a:lnTo>
                      <a:pt x="112972" y="-1"/>
                    </a:lnTo>
                    <a:lnTo>
                      <a:pt x="225946" y="31475"/>
                    </a:lnTo>
                    <a:lnTo>
                      <a:pt x="112972" y="62951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98" name="자유형 97">
                <a:extLst>
                  <a:ext uri="{FF2B5EF4-FFF2-40B4-BE49-F238E27FC236}">
                    <a16:creationId xmlns:a16="http://schemas.microsoft.com/office/drawing/2014/main" id="{8CE787A5-1116-465E-64AF-A72059EBF0B6}"/>
                  </a:ext>
                </a:extLst>
              </p:cNvPr>
              <p:cNvSpPr/>
              <p:nvPr/>
            </p:nvSpPr>
            <p:spPr>
              <a:xfrm>
                <a:off x="2690328" y="2965362"/>
                <a:ext cx="105780" cy="171515"/>
              </a:xfrm>
              <a:custGeom>
                <a:avLst/>
                <a:gdLst>
                  <a:gd name="csX0" fmla="*/ -1 w 105780"/>
                  <a:gd name="csY0" fmla="*/ -1 h 171515"/>
                  <a:gd name="csX1" fmla="*/ -1 w 105780"/>
                  <a:gd name="csY1" fmla="*/ 115493 h 171515"/>
                  <a:gd name="csX2" fmla="*/ 105258 w 105780"/>
                  <a:gd name="csY2" fmla="*/ 171514 h 171515"/>
                  <a:gd name="csX3" fmla="*/ 105779 w 105780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80" h="171515">
                    <a:moveTo>
                      <a:pt x="-1" y="-1"/>
                    </a:moveTo>
                    <a:lnTo>
                      <a:pt x="-1" y="115493"/>
                    </a:lnTo>
                    <a:lnTo>
                      <a:pt x="105258" y="171514"/>
                    </a:lnTo>
                    <a:lnTo>
                      <a:pt x="105779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99" name="자유형 98">
                <a:extLst>
                  <a:ext uri="{FF2B5EF4-FFF2-40B4-BE49-F238E27FC236}">
                    <a16:creationId xmlns:a16="http://schemas.microsoft.com/office/drawing/2014/main" id="{BBBE163E-3824-EEA3-65D0-BB58EC2C7D17}"/>
                  </a:ext>
                </a:extLst>
              </p:cNvPr>
              <p:cNvSpPr/>
              <p:nvPr/>
            </p:nvSpPr>
            <p:spPr>
              <a:xfrm>
                <a:off x="2810495" y="2965362"/>
                <a:ext cx="105779" cy="171515"/>
              </a:xfrm>
              <a:custGeom>
                <a:avLst/>
                <a:gdLst>
                  <a:gd name="csX0" fmla="*/ 105779 w 105779"/>
                  <a:gd name="csY0" fmla="*/ -1 h 171515"/>
                  <a:gd name="csX1" fmla="*/ 105779 w 105779"/>
                  <a:gd name="csY1" fmla="*/ 115493 h 171515"/>
                  <a:gd name="csX2" fmla="*/ 520 w 105779"/>
                  <a:gd name="csY2" fmla="*/ 171514 h 171515"/>
                  <a:gd name="csX3" fmla="*/ -1 w 105779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79" h="171515">
                    <a:moveTo>
                      <a:pt x="105779" y="-1"/>
                    </a:moveTo>
                    <a:lnTo>
                      <a:pt x="105779" y="115493"/>
                    </a:lnTo>
                    <a:lnTo>
                      <a:pt x="520" y="171514"/>
                    </a:lnTo>
                    <a:lnTo>
                      <a:pt x="-1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</p:grpSp>
      <p:sp>
        <p:nvSpPr>
          <p:cNvPr id="100" name="Rectangle 79">
            <a:extLst>
              <a:ext uri="{FF2B5EF4-FFF2-40B4-BE49-F238E27FC236}">
                <a16:creationId xmlns:a16="http://schemas.microsoft.com/office/drawing/2014/main" id="{861D694F-4C75-AAC2-4AC2-AE2CE5B55970}"/>
              </a:ext>
            </a:extLst>
          </p:cNvPr>
          <p:cNvSpPr/>
          <p:nvPr/>
        </p:nvSpPr>
        <p:spPr>
          <a:xfrm>
            <a:off x="3570476" y="1912789"/>
            <a:ext cx="979003" cy="1386066"/>
          </a:xfrm>
          <a:prstGeom prst="rect">
            <a:avLst/>
          </a:prstGeom>
          <a:noFill/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89F373D6-31F9-4C6D-7499-450AECEBF660}"/>
              </a:ext>
            </a:extLst>
          </p:cNvPr>
          <p:cNvGrpSpPr/>
          <p:nvPr/>
        </p:nvGrpSpPr>
        <p:grpSpPr>
          <a:xfrm>
            <a:off x="3809394" y="2591741"/>
            <a:ext cx="562717" cy="524612"/>
            <a:chOff x="2521941" y="2777585"/>
            <a:chExt cx="562717" cy="524612"/>
          </a:xfrm>
        </p:grpSpPr>
        <p:sp>
          <p:nvSpPr>
            <p:cNvPr id="107" name="자유형 106">
              <a:extLst>
                <a:ext uri="{FF2B5EF4-FFF2-40B4-BE49-F238E27FC236}">
                  <a16:creationId xmlns:a16="http://schemas.microsoft.com/office/drawing/2014/main" id="{5A276577-2932-4C99-7DDD-062D6E007E0D}"/>
                </a:ext>
              </a:extLst>
            </p:cNvPr>
            <p:cNvSpPr/>
            <p:nvPr/>
          </p:nvSpPr>
          <p:spPr>
            <a:xfrm>
              <a:off x="2536765" y="2791425"/>
              <a:ext cx="533061" cy="496944"/>
            </a:xfrm>
            <a:custGeom>
              <a:avLst/>
              <a:gdLst>
                <a:gd name="csX0" fmla="*/ 264699 w 533061"/>
                <a:gd name="csY0" fmla="*/ 40 h 496944"/>
                <a:gd name="csX1" fmla="*/ 251118 w 533061"/>
                <a:gd name="csY1" fmla="*/ 3342 h 496944"/>
                <a:gd name="csX2" fmla="*/ 65799 w 533061"/>
                <a:gd name="csY2" fmla="*/ 88417 h 496944"/>
                <a:gd name="csX3" fmla="*/ 46626 w 533061"/>
                <a:gd name="csY3" fmla="*/ 111325 h 496944"/>
                <a:gd name="csX4" fmla="*/ 907 w 533061"/>
                <a:gd name="csY4" fmla="*/ 302424 h 496944"/>
                <a:gd name="csX5" fmla="*/ 5717 w 533061"/>
                <a:gd name="csY5" fmla="*/ 328315 h 496944"/>
                <a:gd name="csX6" fmla="*/ 7731 w 533061"/>
                <a:gd name="csY6" fmla="*/ 331001 h 496944"/>
                <a:gd name="csX7" fmla="*/ 136001 w 533061"/>
                <a:gd name="csY7" fmla="*/ 484232 h 496944"/>
                <a:gd name="csX8" fmla="*/ 163708 w 533061"/>
                <a:gd name="csY8" fmla="*/ 496940 h 496944"/>
                <a:gd name="csX9" fmla="*/ 369410 w 533061"/>
                <a:gd name="csY9" fmla="*/ 496895 h 496944"/>
                <a:gd name="csX10" fmla="*/ 397116 w 533061"/>
                <a:gd name="csY10" fmla="*/ 484208 h 496944"/>
                <a:gd name="csX11" fmla="*/ 525339 w 533061"/>
                <a:gd name="csY11" fmla="*/ 330958 h 496944"/>
                <a:gd name="csX12" fmla="*/ 532189 w 533061"/>
                <a:gd name="csY12" fmla="*/ 302378 h 496944"/>
                <a:gd name="csX13" fmla="*/ 486398 w 533061"/>
                <a:gd name="csY13" fmla="*/ 111279 h 496944"/>
                <a:gd name="csX14" fmla="*/ 467224 w 533061"/>
                <a:gd name="csY14" fmla="*/ 88371 h 496944"/>
                <a:gd name="csX15" fmla="*/ 281882 w 533061"/>
                <a:gd name="csY15" fmla="*/ 3342 h 496944"/>
                <a:gd name="csX16" fmla="*/ 264699 w 533061"/>
                <a:gd name="csY16" fmla="*/ 40 h 496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33061" h="496944">
                  <a:moveTo>
                    <a:pt x="264699" y="40"/>
                  </a:moveTo>
                  <a:cubicBezTo>
                    <a:pt x="259986" y="268"/>
                    <a:pt x="255369" y="1391"/>
                    <a:pt x="251118" y="3342"/>
                  </a:cubicBezTo>
                  <a:lnTo>
                    <a:pt x="65799" y="88417"/>
                  </a:lnTo>
                  <a:cubicBezTo>
                    <a:pt x="56084" y="92875"/>
                    <a:pt x="49026" y="101307"/>
                    <a:pt x="46626" y="111325"/>
                  </a:cubicBezTo>
                  <a:lnTo>
                    <a:pt x="907" y="302424"/>
                  </a:lnTo>
                  <a:cubicBezTo>
                    <a:pt x="-1227" y="311320"/>
                    <a:pt x="508" y="320660"/>
                    <a:pt x="5717" y="328315"/>
                  </a:cubicBezTo>
                  <a:cubicBezTo>
                    <a:pt x="6341" y="329242"/>
                    <a:pt x="7015" y="330140"/>
                    <a:pt x="7731" y="331001"/>
                  </a:cubicBezTo>
                  <a:lnTo>
                    <a:pt x="136001" y="484232"/>
                  </a:lnTo>
                  <a:cubicBezTo>
                    <a:pt x="142727" y="492264"/>
                    <a:pt x="152926" y="496940"/>
                    <a:pt x="163708" y="496940"/>
                  </a:cubicBezTo>
                  <a:lnTo>
                    <a:pt x="369410" y="496895"/>
                  </a:lnTo>
                  <a:cubicBezTo>
                    <a:pt x="380189" y="496901"/>
                    <a:pt x="390386" y="492234"/>
                    <a:pt x="397116" y="484208"/>
                  </a:cubicBezTo>
                  <a:lnTo>
                    <a:pt x="525339" y="330958"/>
                  </a:lnTo>
                  <a:cubicBezTo>
                    <a:pt x="532068" y="322920"/>
                    <a:pt x="534589" y="312403"/>
                    <a:pt x="532189" y="302378"/>
                  </a:cubicBezTo>
                  <a:lnTo>
                    <a:pt x="486398" y="111279"/>
                  </a:lnTo>
                  <a:cubicBezTo>
                    <a:pt x="483997" y="101261"/>
                    <a:pt x="476940" y="92829"/>
                    <a:pt x="467224" y="88371"/>
                  </a:cubicBezTo>
                  <a:lnTo>
                    <a:pt x="281882" y="3342"/>
                  </a:lnTo>
                  <a:cubicBezTo>
                    <a:pt x="276534" y="887"/>
                    <a:pt x="270626" y="-248"/>
                    <a:pt x="264699" y="4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9" name="자유형 108">
              <a:extLst>
                <a:ext uri="{FF2B5EF4-FFF2-40B4-BE49-F238E27FC236}">
                  <a16:creationId xmlns:a16="http://schemas.microsoft.com/office/drawing/2014/main" id="{0F95FC86-ECB6-1734-C599-6492834B00A7}"/>
                </a:ext>
              </a:extLst>
            </p:cNvPr>
            <p:cNvSpPr/>
            <p:nvPr/>
          </p:nvSpPr>
          <p:spPr>
            <a:xfrm>
              <a:off x="2521941" y="2777585"/>
              <a:ext cx="562717" cy="524612"/>
            </a:xfrm>
            <a:custGeom>
              <a:avLst/>
              <a:gdLst>
                <a:gd name="csX0" fmla="*/ 279424 w 562717"/>
                <a:gd name="csY0" fmla="*/ 43 h 524612"/>
                <a:gd name="csX1" fmla="*/ 265108 w 562717"/>
                <a:gd name="csY1" fmla="*/ 3550 h 524612"/>
                <a:gd name="csX2" fmla="*/ 69455 w 562717"/>
                <a:gd name="csY2" fmla="*/ 93339 h 524612"/>
                <a:gd name="csX3" fmla="*/ 49215 w 562717"/>
                <a:gd name="csY3" fmla="*/ 117522 h 524612"/>
                <a:gd name="csX4" fmla="*/ 960 w 562717"/>
                <a:gd name="csY4" fmla="*/ 319256 h 524612"/>
                <a:gd name="csX5" fmla="*/ 6033 w 562717"/>
                <a:gd name="csY5" fmla="*/ 346603 h 524612"/>
                <a:gd name="csX6" fmla="*/ 8164 w 562717"/>
                <a:gd name="csY6" fmla="*/ 349427 h 524612"/>
                <a:gd name="csX7" fmla="*/ 143568 w 562717"/>
                <a:gd name="csY7" fmla="*/ 511198 h 524612"/>
                <a:gd name="csX8" fmla="*/ 172817 w 562717"/>
                <a:gd name="csY8" fmla="*/ 524609 h 524612"/>
                <a:gd name="csX9" fmla="*/ 389965 w 562717"/>
                <a:gd name="csY9" fmla="*/ 524563 h 524612"/>
                <a:gd name="csX10" fmla="*/ 419213 w 562717"/>
                <a:gd name="csY10" fmla="*/ 511174 h 524612"/>
                <a:gd name="csX11" fmla="*/ 554569 w 562717"/>
                <a:gd name="csY11" fmla="*/ 349381 h 524612"/>
                <a:gd name="csX12" fmla="*/ 561798 w 562717"/>
                <a:gd name="csY12" fmla="*/ 319231 h 524612"/>
                <a:gd name="csX13" fmla="*/ 513472 w 562717"/>
                <a:gd name="csY13" fmla="*/ 117476 h 524612"/>
                <a:gd name="csX14" fmla="*/ 493231 w 562717"/>
                <a:gd name="csY14" fmla="*/ 93316 h 524612"/>
                <a:gd name="csX15" fmla="*/ 297579 w 562717"/>
                <a:gd name="csY15" fmla="*/ 3527 h 524612"/>
                <a:gd name="csX16" fmla="*/ 279424 w 562717"/>
                <a:gd name="csY16" fmla="*/ 43 h 524612"/>
                <a:gd name="csX17" fmla="*/ 279519 w 562717"/>
                <a:gd name="csY17" fmla="*/ 13889 h 524612"/>
                <a:gd name="csX18" fmla="*/ 296702 w 562717"/>
                <a:gd name="csY18" fmla="*/ 17190 h 524612"/>
                <a:gd name="csX19" fmla="*/ 482044 w 562717"/>
                <a:gd name="csY19" fmla="*/ 102219 h 524612"/>
                <a:gd name="csX20" fmla="*/ 501218 w 562717"/>
                <a:gd name="csY20" fmla="*/ 125128 h 524612"/>
                <a:gd name="csX21" fmla="*/ 547009 w 562717"/>
                <a:gd name="csY21" fmla="*/ 316228 h 524612"/>
                <a:gd name="csX22" fmla="*/ 540159 w 562717"/>
                <a:gd name="csY22" fmla="*/ 344805 h 524612"/>
                <a:gd name="csX23" fmla="*/ 411936 w 562717"/>
                <a:gd name="csY23" fmla="*/ 498058 h 524612"/>
                <a:gd name="csX24" fmla="*/ 384230 w 562717"/>
                <a:gd name="csY24" fmla="*/ 510742 h 524612"/>
                <a:gd name="csX25" fmla="*/ 178530 w 562717"/>
                <a:gd name="csY25" fmla="*/ 510787 h 524612"/>
                <a:gd name="csX26" fmla="*/ 150823 w 562717"/>
                <a:gd name="csY26" fmla="*/ 498082 h 524612"/>
                <a:gd name="csX27" fmla="*/ 22553 w 562717"/>
                <a:gd name="csY27" fmla="*/ 344851 h 524612"/>
                <a:gd name="csX28" fmla="*/ 20539 w 562717"/>
                <a:gd name="csY28" fmla="*/ 342164 h 524612"/>
                <a:gd name="csX29" fmla="*/ 15726 w 562717"/>
                <a:gd name="csY29" fmla="*/ 316274 h 524612"/>
                <a:gd name="csX30" fmla="*/ 61444 w 562717"/>
                <a:gd name="csY30" fmla="*/ 125173 h 524612"/>
                <a:gd name="csX31" fmla="*/ 80621 w 562717"/>
                <a:gd name="csY31" fmla="*/ 102265 h 524612"/>
                <a:gd name="csX32" fmla="*/ 265938 w 562717"/>
                <a:gd name="csY32" fmla="*/ 17190 h 524612"/>
                <a:gd name="csX33" fmla="*/ 279519 w 562717"/>
                <a:gd name="csY33" fmla="*/ 13889 h 52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62717" h="524612">
                  <a:moveTo>
                    <a:pt x="279424" y="43"/>
                  </a:moveTo>
                  <a:cubicBezTo>
                    <a:pt x="274455" y="293"/>
                    <a:pt x="269588" y="1485"/>
                    <a:pt x="265108" y="3550"/>
                  </a:cubicBezTo>
                  <a:lnTo>
                    <a:pt x="69455" y="93339"/>
                  </a:lnTo>
                  <a:cubicBezTo>
                    <a:pt x="59199" y="98045"/>
                    <a:pt x="51751" y="106946"/>
                    <a:pt x="49215" y="117522"/>
                  </a:cubicBezTo>
                  <a:lnTo>
                    <a:pt x="960" y="319256"/>
                  </a:lnTo>
                  <a:cubicBezTo>
                    <a:pt x="-1298" y="328650"/>
                    <a:pt x="533" y="338517"/>
                    <a:pt x="6033" y="346603"/>
                  </a:cubicBezTo>
                  <a:cubicBezTo>
                    <a:pt x="6695" y="347577"/>
                    <a:pt x="7407" y="348520"/>
                    <a:pt x="8164" y="349427"/>
                  </a:cubicBezTo>
                  <a:lnTo>
                    <a:pt x="143568" y="511198"/>
                  </a:lnTo>
                  <a:cubicBezTo>
                    <a:pt x="150671" y="519674"/>
                    <a:pt x="161434" y="524612"/>
                    <a:pt x="172817" y="524609"/>
                  </a:cubicBezTo>
                  <a:lnTo>
                    <a:pt x="389965" y="524563"/>
                  </a:lnTo>
                  <a:cubicBezTo>
                    <a:pt x="401344" y="524572"/>
                    <a:pt x="412107" y="519644"/>
                    <a:pt x="419213" y="511174"/>
                  </a:cubicBezTo>
                  <a:lnTo>
                    <a:pt x="554569" y="349381"/>
                  </a:lnTo>
                  <a:cubicBezTo>
                    <a:pt x="561666" y="340902"/>
                    <a:pt x="564327" y="329806"/>
                    <a:pt x="561798" y="319231"/>
                  </a:cubicBezTo>
                  <a:lnTo>
                    <a:pt x="513472" y="117476"/>
                  </a:lnTo>
                  <a:cubicBezTo>
                    <a:pt x="510931" y="106909"/>
                    <a:pt x="503482" y="98018"/>
                    <a:pt x="493231" y="93316"/>
                  </a:cubicBezTo>
                  <a:lnTo>
                    <a:pt x="297579" y="3527"/>
                  </a:lnTo>
                  <a:cubicBezTo>
                    <a:pt x="291929" y="934"/>
                    <a:pt x="285686" y="-264"/>
                    <a:pt x="279424" y="43"/>
                  </a:cubicBezTo>
                  <a:close/>
                  <a:moveTo>
                    <a:pt x="279519" y="13889"/>
                  </a:moveTo>
                  <a:cubicBezTo>
                    <a:pt x="285446" y="13600"/>
                    <a:pt x="291354" y="14736"/>
                    <a:pt x="296702" y="17190"/>
                  </a:cubicBezTo>
                  <a:lnTo>
                    <a:pt x="482044" y="102219"/>
                  </a:lnTo>
                  <a:cubicBezTo>
                    <a:pt x="491760" y="106678"/>
                    <a:pt x="498817" y="115109"/>
                    <a:pt x="501218" y="125128"/>
                  </a:cubicBezTo>
                  <a:lnTo>
                    <a:pt x="547009" y="316228"/>
                  </a:lnTo>
                  <a:cubicBezTo>
                    <a:pt x="549410" y="326250"/>
                    <a:pt x="546888" y="336770"/>
                    <a:pt x="540159" y="344805"/>
                  </a:cubicBezTo>
                  <a:lnTo>
                    <a:pt x="411936" y="498058"/>
                  </a:lnTo>
                  <a:cubicBezTo>
                    <a:pt x="405206" y="506081"/>
                    <a:pt x="395009" y="510751"/>
                    <a:pt x="384230" y="510742"/>
                  </a:cubicBezTo>
                  <a:lnTo>
                    <a:pt x="178530" y="510787"/>
                  </a:lnTo>
                  <a:cubicBezTo>
                    <a:pt x="167745" y="510790"/>
                    <a:pt x="157548" y="506114"/>
                    <a:pt x="150823" y="498082"/>
                  </a:cubicBezTo>
                  <a:lnTo>
                    <a:pt x="22553" y="344851"/>
                  </a:lnTo>
                  <a:cubicBezTo>
                    <a:pt x="21834" y="343987"/>
                    <a:pt x="21162" y="343089"/>
                    <a:pt x="20539" y="342164"/>
                  </a:cubicBezTo>
                  <a:cubicBezTo>
                    <a:pt x="15330" y="334507"/>
                    <a:pt x="13594" y="325167"/>
                    <a:pt x="15726" y="316274"/>
                  </a:cubicBezTo>
                  <a:lnTo>
                    <a:pt x="61444" y="125173"/>
                  </a:lnTo>
                  <a:cubicBezTo>
                    <a:pt x="63847" y="115155"/>
                    <a:pt x="70902" y="106723"/>
                    <a:pt x="80621" y="102265"/>
                  </a:cubicBezTo>
                  <a:lnTo>
                    <a:pt x="265938" y="17190"/>
                  </a:lnTo>
                  <a:cubicBezTo>
                    <a:pt x="270189" y="15239"/>
                    <a:pt x="274806" y="14117"/>
                    <a:pt x="279519" y="1388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F2521F13-293F-81FE-63AE-BE8E5A8366D6}"/>
                </a:ext>
              </a:extLst>
            </p:cNvPr>
            <p:cNvSpPr txBox="1"/>
            <p:nvPr/>
          </p:nvSpPr>
          <p:spPr>
            <a:xfrm>
              <a:off x="2725968" y="3166175"/>
              <a:ext cx="155148" cy="1068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sz="600" b="1" spc="0" baseline="0" dirty="0">
                  <a:ln/>
                  <a:solidFill>
                    <a:srgbClr val="FFFFFF"/>
                  </a:solidFill>
                  <a:latin typeface="SUIT" pitchFamily="2" charset="-127"/>
                  <a:ea typeface="SUIT" pitchFamily="2" charset="-127"/>
                  <a:cs typeface="Arial"/>
                  <a:sym typeface="Arial"/>
                  <a:rtl val="0"/>
                </a:rPr>
                <a:t>pod</a:t>
              </a:r>
            </a:p>
          </p:txBody>
        </p:sp>
        <p:grpSp>
          <p:nvGrpSpPr>
            <p:cNvPr id="111" name="그래픽 2">
              <a:extLst>
                <a:ext uri="{FF2B5EF4-FFF2-40B4-BE49-F238E27FC236}">
                  <a16:creationId xmlns:a16="http://schemas.microsoft.com/office/drawing/2014/main" id="{6CC48AF1-5939-BA09-3848-2BA4E0AD6D53}"/>
                </a:ext>
              </a:extLst>
            </p:cNvPr>
            <p:cNvGrpSpPr/>
            <p:nvPr/>
          </p:nvGrpSpPr>
          <p:grpSpPr>
            <a:xfrm>
              <a:off x="2690328" y="2921832"/>
              <a:ext cx="225946" cy="215044"/>
              <a:chOff x="2690328" y="2921832"/>
              <a:chExt cx="225946" cy="215044"/>
            </a:xfrm>
            <a:solidFill>
              <a:srgbClr val="FFFFFF"/>
            </a:solidFill>
          </p:grpSpPr>
          <p:sp>
            <p:nvSpPr>
              <p:cNvPr id="122" name="자유형 121">
                <a:extLst>
                  <a:ext uri="{FF2B5EF4-FFF2-40B4-BE49-F238E27FC236}">
                    <a16:creationId xmlns:a16="http://schemas.microsoft.com/office/drawing/2014/main" id="{1495F5FC-9DFB-D269-A6D1-54F80C063546}"/>
                  </a:ext>
                </a:extLst>
              </p:cNvPr>
              <p:cNvSpPr/>
              <p:nvPr/>
            </p:nvSpPr>
            <p:spPr>
              <a:xfrm>
                <a:off x="2690328" y="2921832"/>
                <a:ext cx="225946" cy="62952"/>
              </a:xfrm>
              <a:custGeom>
                <a:avLst/>
                <a:gdLst>
                  <a:gd name="csX0" fmla="*/ -1 w 225946"/>
                  <a:gd name="csY0" fmla="*/ 31475 h 62952"/>
                  <a:gd name="csX1" fmla="*/ 112972 w 225946"/>
                  <a:gd name="csY1" fmla="*/ -1 h 62952"/>
                  <a:gd name="csX2" fmla="*/ 225946 w 225946"/>
                  <a:gd name="csY2" fmla="*/ 31475 h 62952"/>
                  <a:gd name="csX3" fmla="*/ 112972 w 225946"/>
                  <a:gd name="csY3" fmla="*/ 62951 h 62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946" h="62952">
                    <a:moveTo>
                      <a:pt x="-1" y="31475"/>
                    </a:moveTo>
                    <a:lnTo>
                      <a:pt x="112972" y="-1"/>
                    </a:lnTo>
                    <a:lnTo>
                      <a:pt x="225946" y="31475"/>
                    </a:lnTo>
                    <a:lnTo>
                      <a:pt x="112972" y="62951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3" name="자유형 122">
                <a:extLst>
                  <a:ext uri="{FF2B5EF4-FFF2-40B4-BE49-F238E27FC236}">
                    <a16:creationId xmlns:a16="http://schemas.microsoft.com/office/drawing/2014/main" id="{258F1C94-7277-2833-6619-B27BBA15FBE0}"/>
                  </a:ext>
                </a:extLst>
              </p:cNvPr>
              <p:cNvSpPr/>
              <p:nvPr/>
            </p:nvSpPr>
            <p:spPr>
              <a:xfrm>
                <a:off x="2690328" y="2965362"/>
                <a:ext cx="105780" cy="171515"/>
              </a:xfrm>
              <a:custGeom>
                <a:avLst/>
                <a:gdLst>
                  <a:gd name="csX0" fmla="*/ -1 w 105780"/>
                  <a:gd name="csY0" fmla="*/ -1 h 171515"/>
                  <a:gd name="csX1" fmla="*/ -1 w 105780"/>
                  <a:gd name="csY1" fmla="*/ 115493 h 171515"/>
                  <a:gd name="csX2" fmla="*/ 105258 w 105780"/>
                  <a:gd name="csY2" fmla="*/ 171514 h 171515"/>
                  <a:gd name="csX3" fmla="*/ 105779 w 105780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80" h="171515">
                    <a:moveTo>
                      <a:pt x="-1" y="-1"/>
                    </a:moveTo>
                    <a:lnTo>
                      <a:pt x="-1" y="115493"/>
                    </a:lnTo>
                    <a:lnTo>
                      <a:pt x="105258" y="171514"/>
                    </a:lnTo>
                    <a:lnTo>
                      <a:pt x="105779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24" name="자유형 123">
                <a:extLst>
                  <a:ext uri="{FF2B5EF4-FFF2-40B4-BE49-F238E27FC236}">
                    <a16:creationId xmlns:a16="http://schemas.microsoft.com/office/drawing/2014/main" id="{FA319647-130B-A0FB-968C-A3C80A53B7A1}"/>
                  </a:ext>
                </a:extLst>
              </p:cNvPr>
              <p:cNvSpPr/>
              <p:nvPr/>
            </p:nvSpPr>
            <p:spPr>
              <a:xfrm>
                <a:off x="2810495" y="2965362"/>
                <a:ext cx="105779" cy="171515"/>
              </a:xfrm>
              <a:custGeom>
                <a:avLst/>
                <a:gdLst>
                  <a:gd name="csX0" fmla="*/ 105779 w 105779"/>
                  <a:gd name="csY0" fmla="*/ -1 h 171515"/>
                  <a:gd name="csX1" fmla="*/ 105779 w 105779"/>
                  <a:gd name="csY1" fmla="*/ 115493 h 171515"/>
                  <a:gd name="csX2" fmla="*/ 520 w 105779"/>
                  <a:gd name="csY2" fmla="*/ 171514 h 171515"/>
                  <a:gd name="csX3" fmla="*/ -1 w 105779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79" h="171515">
                    <a:moveTo>
                      <a:pt x="105779" y="-1"/>
                    </a:moveTo>
                    <a:lnTo>
                      <a:pt x="105779" y="115493"/>
                    </a:lnTo>
                    <a:lnTo>
                      <a:pt x="520" y="171514"/>
                    </a:lnTo>
                    <a:lnTo>
                      <a:pt x="-1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0A074B47-5C45-A8E8-287E-46B5653C0C2E}"/>
              </a:ext>
            </a:extLst>
          </p:cNvPr>
          <p:cNvGrpSpPr/>
          <p:nvPr/>
        </p:nvGrpSpPr>
        <p:grpSpPr>
          <a:xfrm>
            <a:off x="3892402" y="2674859"/>
            <a:ext cx="562717" cy="524612"/>
            <a:chOff x="2521941" y="2777585"/>
            <a:chExt cx="562717" cy="524612"/>
          </a:xfrm>
        </p:grpSpPr>
        <p:sp>
          <p:nvSpPr>
            <p:cNvPr id="126" name="자유형 125">
              <a:extLst>
                <a:ext uri="{FF2B5EF4-FFF2-40B4-BE49-F238E27FC236}">
                  <a16:creationId xmlns:a16="http://schemas.microsoft.com/office/drawing/2014/main" id="{63D53A38-62AE-2000-7C42-92E397816B5C}"/>
                </a:ext>
              </a:extLst>
            </p:cNvPr>
            <p:cNvSpPr/>
            <p:nvPr/>
          </p:nvSpPr>
          <p:spPr>
            <a:xfrm>
              <a:off x="2536765" y="2791425"/>
              <a:ext cx="533061" cy="496944"/>
            </a:xfrm>
            <a:custGeom>
              <a:avLst/>
              <a:gdLst>
                <a:gd name="csX0" fmla="*/ 264699 w 533061"/>
                <a:gd name="csY0" fmla="*/ 40 h 496944"/>
                <a:gd name="csX1" fmla="*/ 251118 w 533061"/>
                <a:gd name="csY1" fmla="*/ 3342 h 496944"/>
                <a:gd name="csX2" fmla="*/ 65799 w 533061"/>
                <a:gd name="csY2" fmla="*/ 88417 h 496944"/>
                <a:gd name="csX3" fmla="*/ 46626 w 533061"/>
                <a:gd name="csY3" fmla="*/ 111325 h 496944"/>
                <a:gd name="csX4" fmla="*/ 907 w 533061"/>
                <a:gd name="csY4" fmla="*/ 302424 h 496944"/>
                <a:gd name="csX5" fmla="*/ 5717 w 533061"/>
                <a:gd name="csY5" fmla="*/ 328315 h 496944"/>
                <a:gd name="csX6" fmla="*/ 7731 w 533061"/>
                <a:gd name="csY6" fmla="*/ 331001 h 496944"/>
                <a:gd name="csX7" fmla="*/ 136001 w 533061"/>
                <a:gd name="csY7" fmla="*/ 484232 h 496944"/>
                <a:gd name="csX8" fmla="*/ 163708 w 533061"/>
                <a:gd name="csY8" fmla="*/ 496940 h 496944"/>
                <a:gd name="csX9" fmla="*/ 369410 w 533061"/>
                <a:gd name="csY9" fmla="*/ 496895 h 496944"/>
                <a:gd name="csX10" fmla="*/ 397116 w 533061"/>
                <a:gd name="csY10" fmla="*/ 484208 h 496944"/>
                <a:gd name="csX11" fmla="*/ 525339 w 533061"/>
                <a:gd name="csY11" fmla="*/ 330958 h 496944"/>
                <a:gd name="csX12" fmla="*/ 532189 w 533061"/>
                <a:gd name="csY12" fmla="*/ 302378 h 496944"/>
                <a:gd name="csX13" fmla="*/ 486398 w 533061"/>
                <a:gd name="csY13" fmla="*/ 111279 h 496944"/>
                <a:gd name="csX14" fmla="*/ 467224 w 533061"/>
                <a:gd name="csY14" fmla="*/ 88371 h 496944"/>
                <a:gd name="csX15" fmla="*/ 281882 w 533061"/>
                <a:gd name="csY15" fmla="*/ 3342 h 496944"/>
                <a:gd name="csX16" fmla="*/ 264699 w 533061"/>
                <a:gd name="csY16" fmla="*/ 40 h 496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33061" h="496944">
                  <a:moveTo>
                    <a:pt x="264699" y="40"/>
                  </a:moveTo>
                  <a:cubicBezTo>
                    <a:pt x="259986" y="268"/>
                    <a:pt x="255369" y="1391"/>
                    <a:pt x="251118" y="3342"/>
                  </a:cubicBezTo>
                  <a:lnTo>
                    <a:pt x="65799" y="88417"/>
                  </a:lnTo>
                  <a:cubicBezTo>
                    <a:pt x="56084" y="92875"/>
                    <a:pt x="49026" y="101307"/>
                    <a:pt x="46626" y="111325"/>
                  </a:cubicBezTo>
                  <a:lnTo>
                    <a:pt x="907" y="302424"/>
                  </a:lnTo>
                  <a:cubicBezTo>
                    <a:pt x="-1227" y="311320"/>
                    <a:pt x="508" y="320660"/>
                    <a:pt x="5717" y="328315"/>
                  </a:cubicBezTo>
                  <a:cubicBezTo>
                    <a:pt x="6341" y="329242"/>
                    <a:pt x="7015" y="330140"/>
                    <a:pt x="7731" y="331001"/>
                  </a:cubicBezTo>
                  <a:lnTo>
                    <a:pt x="136001" y="484232"/>
                  </a:lnTo>
                  <a:cubicBezTo>
                    <a:pt x="142727" y="492264"/>
                    <a:pt x="152926" y="496940"/>
                    <a:pt x="163708" y="496940"/>
                  </a:cubicBezTo>
                  <a:lnTo>
                    <a:pt x="369410" y="496895"/>
                  </a:lnTo>
                  <a:cubicBezTo>
                    <a:pt x="380189" y="496901"/>
                    <a:pt x="390386" y="492234"/>
                    <a:pt x="397116" y="484208"/>
                  </a:cubicBezTo>
                  <a:lnTo>
                    <a:pt x="525339" y="330958"/>
                  </a:lnTo>
                  <a:cubicBezTo>
                    <a:pt x="532068" y="322920"/>
                    <a:pt x="534589" y="312403"/>
                    <a:pt x="532189" y="302378"/>
                  </a:cubicBezTo>
                  <a:lnTo>
                    <a:pt x="486398" y="111279"/>
                  </a:lnTo>
                  <a:cubicBezTo>
                    <a:pt x="483997" y="101261"/>
                    <a:pt x="476940" y="92829"/>
                    <a:pt x="467224" y="88371"/>
                  </a:cubicBezTo>
                  <a:lnTo>
                    <a:pt x="281882" y="3342"/>
                  </a:lnTo>
                  <a:cubicBezTo>
                    <a:pt x="276534" y="887"/>
                    <a:pt x="270626" y="-248"/>
                    <a:pt x="264699" y="40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7" name="자유형 126">
              <a:extLst>
                <a:ext uri="{FF2B5EF4-FFF2-40B4-BE49-F238E27FC236}">
                  <a16:creationId xmlns:a16="http://schemas.microsoft.com/office/drawing/2014/main" id="{1636D5D8-B59D-3D18-1C81-9ED2C3D46BB9}"/>
                </a:ext>
              </a:extLst>
            </p:cNvPr>
            <p:cNvSpPr/>
            <p:nvPr/>
          </p:nvSpPr>
          <p:spPr>
            <a:xfrm>
              <a:off x="2521941" y="2777585"/>
              <a:ext cx="562717" cy="524612"/>
            </a:xfrm>
            <a:custGeom>
              <a:avLst/>
              <a:gdLst>
                <a:gd name="csX0" fmla="*/ 279424 w 562717"/>
                <a:gd name="csY0" fmla="*/ 43 h 524612"/>
                <a:gd name="csX1" fmla="*/ 265108 w 562717"/>
                <a:gd name="csY1" fmla="*/ 3550 h 524612"/>
                <a:gd name="csX2" fmla="*/ 69455 w 562717"/>
                <a:gd name="csY2" fmla="*/ 93339 h 524612"/>
                <a:gd name="csX3" fmla="*/ 49215 w 562717"/>
                <a:gd name="csY3" fmla="*/ 117522 h 524612"/>
                <a:gd name="csX4" fmla="*/ 960 w 562717"/>
                <a:gd name="csY4" fmla="*/ 319256 h 524612"/>
                <a:gd name="csX5" fmla="*/ 6033 w 562717"/>
                <a:gd name="csY5" fmla="*/ 346603 h 524612"/>
                <a:gd name="csX6" fmla="*/ 8164 w 562717"/>
                <a:gd name="csY6" fmla="*/ 349427 h 524612"/>
                <a:gd name="csX7" fmla="*/ 143568 w 562717"/>
                <a:gd name="csY7" fmla="*/ 511198 h 524612"/>
                <a:gd name="csX8" fmla="*/ 172817 w 562717"/>
                <a:gd name="csY8" fmla="*/ 524609 h 524612"/>
                <a:gd name="csX9" fmla="*/ 389965 w 562717"/>
                <a:gd name="csY9" fmla="*/ 524563 h 524612"/>
                <a:gd name="csX10" fmla="*/ 419213 w 562717"/>
                <a:gd name="csY10" fmla="*/ 511174 h 524612"/>
                <a:gd name="csX11" fmla="*/ 554569 w 562717"/>
                <a:gd name="csY11" fmla="*/ 349381 h 524612"/>
                <a:gd name="csX12" fmla="*/ 561798 w 562717"/>
                <a:gd name="csY12" fmla="*/ 319231 h 524612"/>
                <a:gd name="csX13" fmla="*/ 513472 w 562717"/>
                <a:gd name="csY13" fmla="*/ 117476 h 524612"/>
                <a:gd name="csX14" fmla="*/ 493231 w 562717"/>
                <a:gd name="csY14" fmla="*/ 93316 h 524612"/>
                <a:gd name="csX15" fmla="*/ 297579 w 562717"/>
                <a:gd name="csY15" fmla="*/ 3527 h 524612"/>
                <a:gd name="csX16" fmla="*/ 279424 w 562717"/>
                <a:gd name="csY16" fmla="*/ 43 h 524612"/>
                <a:gd name="csX17" fmla="*/ 279519 w 562717"/>
                <a:gd name="csY17" fmla="*/ 13889 h 524612"/>
                <a:gd name="csX18" fmla="*/ 296702 w 562717"/>
                <a:gd name="csY18" fmla="*/ 17190 h 524612"/>
                <a:gd name="csX19" fmla="*/ 482044 w 562717"/>
                <a:gd name="csY19" fmla="*/ 102219 h 524612"/>
                <a:gd name="csX20" fmla="*/ 501218 w 562717"/>
                <a:gd name="csY20" fmla="*/ 125128 h 524612"/>
                <a:gd name="csX21" fmla="*/ 547009 w 562717"/>
                <a:gd name="csY21" fmla="*/ 316228 h 524612"/>
                <a:gd name="csX22" fmla="*/ 540159 w 562717"/>
                <a:gd name="csY22" fmla="*/ 344805 h 524612"/>
                <a:gd name="csX23" fmla="*/ 411936 w 562717"/>
                <a:gd name="csY23" fmla="*/ 498058 h 524612"/>
                <a:gd name="csX24" fmla="*/ 384230 w 562717"/>
                <a:gd name="csY24" fmla="*/ 510742 h 524612"/>
                <a:gd name="csX25" fmla="*/ 178530 w 562717"/>
                <a:gd name="csY25" fmla="*/ 510787 h 524612"/>
                <a:gd name="csX26" fmla="*/ 150823 w 562717"/>
                <a:gd name="csY26" fmla="*/ 498082 h 524612"/>
                <a:gd name="csX27" fmla="*/ 22553 w 562717"/>
                <a:gd name="csY27" fmla="*/ 344851 h 524612"/>
                <a:gd name="csX28" fmla="*/ 20539 w 562717"/>
                <a:gd name="csY28" fmla="*/ 342164 h 524612"/>
                <a:gd name="csX29" fmla="*/ 15726 w 562717"/>
                <a:gd name="csY29" fmla="*/ 316274 h 524612"/>
                <a:gd name="csX30" fmla="*/ 61444 w 562717"/>
                <a:gd name="csY30" fmla="*/ 125173 h 524612"/>
                <a:gd name="csX31" fmla="*/ 80621 w 562717"/>
                <a:gd name="csY31" fmla="*/ 102265 h 524612"/>
                <a:gd name="csX32" fmla="*/ 265938 w 562717"/>
                <a:gd name="csY32" fmla="*/ 17190 h 524612"/>
                <a:gd name="csX33" fmla="*/ 279519 w 562717"/>
                <a:gd name="csY33" fmla="*/ 13889 h 52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62717" h="524612">
                  <a:moveTo>
                    <a:pt x="279424" y="43"/>
                  </a:moveTo>
                  <a:cubicBezTo>
                    <a:pt x="274455" y="293"/>
                    <a:pt x="269588" y="1485"/>
                    <a:pt x="265108" y="3550"/>
                  </a:cubicBezTo>
                  <a:lnTo>
                    <a:pt x="69455" y="93339"/>
                  </a:lnTo>
                  <a:cubicBezTo>
                    <a:pt x="59199" y="98045"/>
                    <a:pt x="51751" y="106946"/>
                    <a:pt x="49215" y="117522"/>
                  </a:cubicBezTo>
                  <a:lnTo>
                    <a:pt x="960" y="319256"/>
                  </a:lnTo>
                  <a:cubicBezTo>
                    <a:pt x="-1298" y="328650"/>
                    <a:pt x="533" y="338517"/>
                    <a:pt x="6033" y="346603"/>
                  </a:cubicBezTo>
                  <a:cubicBezTo>
                    <a:pt x="6695" y="347577"/>
                    <a:pt x="7407" y="348520"/>
                    <a:pt x="8164" y="349427"/>
                  </a:cubicBezTo>
                  <a:lnTo>
                    <a:pt x="143568" y="511198"/>
                  </a:lnTo>
                  <a:cubicBezTo>
                    <a:pt x="150671" y="519674"/>
                    <a:pt x="161434" y="524612"/>
                    <a:pt x="172817" y="524609"/>
                  </a:cubicBezTo>
                  <a:lnTo>
                    <a:pt x="389965" y="524563"/>
                  </a:lnTo>
                  <a:cubicBezTo>
                    <a:pt x="401344" y="524572"/>
                    <a:pt x="412107" y="519644"/>
                    <a:pt x="419213" y="511174"/>
                  </a:cubicBezTo>
                  <a:lnTo>
                    <a:pt x="554569" y="349381"/>
                  </a:lnTo>
                  <a:cubicBezTo>
                    <a:pt x="561666" y="340902"/>
                    <a:pt x="564327" y="329806"/>
                    <a:pt x="561798" y="319231"/>
                  </a:cubicBezTo>
                  <a:lnTo>
                    <a:pt x="513472" y="117476"/>
                  </a:lnTo>
                  <a:cubicBezTo>
                    <a:pt x="510931" y="106909"/>
                    <a:pt x="503482" y="98018"/>
                    <a:pt x="493231" y="93316"/>
                  </a:cubicBezTo>
                  <a:lnTo>
                    <a:pt x="297579" y="3527"/>
                  </a:lnTo>
                  <a:cubicBezTo>
                    <a:pt x="291929" y="934"/>
                    <a:pt x="285686" y="-264"/>
                    <a:pt x="279424" y="43"/>
                  </a:cubicBezTo>
                  <a:close/>
                  <a:moveTo>
                    <a:pt x="279519" y="13889"/>
                  </a:moveTo>
                  <a:cubicBezTo>
                    <a:pt x="285446" y="13600"/>
                    <a:pt x="291354" y="14736"/>
                    <a:pt x="296702" y="17190"/>
                  </a:cubicBezTo>
                  <a:lnTo>
                    <a:pt x="482044" y="102219"/>
                  </a:lnTo>
                  <a:cubicBezTo>
                    <a:pt x="491760" y="106678"/>
                    <a:pt x="498817" y="115109"/>
                    <a:pt x="501218" y="125128"/>
                  </a:cubicBezTo>
                  <a:lnTo>
                    <a:pt x="547009" y="316228"/>
                  </a:lnTo>
                  <a:cubicBezTo>
                    <a:pt x="549410" y="326250"/>
                    <a:pt x="546888" y="336770"/>
                    <a:pt x="540159" y="344805"/>
                  </a:cubicBezTo>
                  <a:lnTo>
                    <a:pt x="411936" y="498058"/>
                  </a:lnTo>
                  <a:cubicBezTo>
                    <a:pt x="405206" y="506081"/>
                    <a:pt x="395009" y="510751"/>
                    <a:pt x="384230" y="510742"/>
                  </a:cubicBezTo>
                  <a:lnTo>
                    <a:pt x="178530" y="510787"/>
                  </a:lnTo>
                  <a:cubicBezTo>
                    <a:pt x="167745" y="510790"/>
                    <a:pt x="157548" y="506114"/>
                    <a:pt x="150823" y="498082"/>
                  </a:cubicBezTo>
                  <a:lnTo>
                    <a:pt x="22553" y="344851"/>
                  </a:lnTo>
                  <a:cubicBezTo>
                    <a:pt x="21834" y="343987"/>
                    <a:pt x="21162" y="343089"/>
                    <a:pt x="20539" y="342164"/>
                  </a:cubicBezTo>
                  <a:cubicBezTo>
                    <a:pt x="15330" y="334507"/>
                    <a:pt x="13594" y="325167"/>
                    <a:pt x="15726" y="316274"/>
                  </a:cubicBezTo>
                  <a:lnTo>
                    <a:pt x="61444" y="125173"/>
                  </a:lnTo>
                  <a:cubicBezTo>
                    <a:pt x="63847" y="115155"/>
                    <a:pt x="70902" y="106723"/>
                    <a:pt x="80621" y="102265"/>
                  </a:cubicBezTo>
                  <a:lnTo>
                    <a:pt x="265938" y="17190"/>
                  </a:lnTo>
                  <a:cubicBezTo>
                    <a:pt x="270189" y="15239"/>
                    <a:pt x="274806" y="14117"/>
                    <a:pt x="279519" y="1388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4" name="TextBox 1023">
              <a:extLst>
                <a:ext uri="{FF2B5EF4-FFF2-40B4-BE49-F238E27FC236}">
                  <a16:creationId xmlns:a16="http://schemas.microsoft.com/office/drawing/2014/main" id="{EDFD0F9E-7357-5715-65B6-48C461C192EB}"/>
                </a:ext>
              </a:extLst>
            </p:cNvPr>
            <p:cNvSpPr txBox="1"/>
            <p:nvPr/>
          </p:nvSpPr>
          <p:spPr>
            <a:xfrm>
              <a:off x="2725968" y="3166175"/>
              <a:ext cx="155148" cy="1068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sz="600" b="1" spc="0" baseline="0" dirty="0">
                  <a:ln/>
                  <a:solidFill>
                    <a:srgbClr val="FFFFFF"/>
                  </a:solidFill>
                  <a:latin typeface="SUIT" pitchFamily="2" charset="-127"/>
                  <a:ea typeface="SUIT" pitchFamily="2" charset="-127"/>
                  <a:cs typeface="Arial"/>
                  <a:sym typeface="Arial"/>
                  <a:rtl val="0"/>
                </a:rPr>
                <a:t>pod</a:t>
              </a:r>
            </a:p>
          </p:txBody>
        </p:sp>
        <p:grpSp>
          <p:nvGrpSpPr>
            <p:cNvPr id="1025" name="그래픽 2">
              <a:extLst>
                <a:ext uri="{FF2B5EF4-FFF2-40B4-BE49-F238E27FC236}">
                  <a16:creationId xmlns:a16="http://schemas.microsoft.com/office/drawing/2014/main" id="{C9ADFF2A-0AA3-73E1-1F12-A4326DB31064}"/>
                </a:ext>
              </a:extLst>
            </p:cNvPr>
            <p:cNvGrpSpPr/>
            <p:nvPr/>
          </p:nvGrpSpPr>
          <p:grpSpPr>
            <a:xfrm>
              <a:off x="2690328" y="2921832"/>
              <a:ext cx="225946" cy="215044"/>
              <a:chOff x="2690328" y="2921832"/>
              <a:chExt cx="225946" cy="215044"/>
            </a:xfrm>
            <a:solidFill>
              <a:srgbClr val="FFFFFF"/>
            </a:solidFill>
          </p:grpSpPr>
          <p:sp>
            <p:nvSpPr>
              <p:cNvPr id="1026" name="자유형 1025">
                <a:extLst>
                  <a:ext uri="{FF2B5EF4-FFF2-40B4-BE49-F238E27FC236}">
                    <a16:creationId xmlns:a16="http://schemas.microsoft.com/office/drawing/2014/main" id="{67EC789E-57A0-5F9A-F6E6-9A2832B58A8C}"/>
                  </a:ext>
                </a:extLst>
              </p:cNvPr>
              <p:cNvSpPr/>
              <p:nvPr/>
            </p:nvSpPr>
            <p:spPr>
              <a:xfrm>
                <a:off x="2690328" y="2921832"/>
                <a:ext cx="225946" cy="62952"/>
              </a:xfrm>
              <a:custGeom>
                <a:avLst/>
                <a:gdLst>
                  <a:gd name="csX0" fmla="*/ -1 w 225946"/>
                  <a:gd name="csY0" fmla="*/ 31475 h 62952"/>
                  <a:gd name="csX1" fmla="*/ 112972 w 225946"/>
                  <a:gd name="csY1" fmla="*/ -1 h 62952"/>
                  <a:gd name="csX2" fmla="*/ 225946 w 225946"/>
                  <a:gd name="csY2" fmla="*/ 31475 h 62952"/>
                  <a:gd name="csX3" fmla="*/ 112972 w 225946"/>
                  <a:gd name="csY3" fmla="*/ 62951 h 62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946" h="62952">
                    <a:moveTo>
                      <a:pt x="-1" y="31475"/>
                    </a:moveTo>
                    <a:lnTo>
                      <a:pt x="112972" y="-1"/>
                    </a:lnTo>
                    <a:lnTo>
                      <a:pt x="225946" y="31475"/>
                    </a:lnTo>
                    <a:lnTo>
                      <a:pt x="112972" y="62951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7" name="자유형 1026">
                <a:extLst>
                  <a:ext uri="{FF2B5EF4-FFF2-40B4-BE49-F238E27FC236}">
                    <a16:creationId xmlns:a16="http://schemas.microsoft.com/office/drawing/2014/main" id="{7DDEF371-4F77-B537-E1D0-D469471931B1}"/>
                  </a:ext>
                </a:extLst>
              </p:cNvPr>
              <p:cNvSpPr/>
              <p:nvPr/>
            </p:nvSpPr>
            <p:spPr>
              <a:xfrm>
                <a:off x="2690328" y="2965362"/>
                <a:ext cx="105780" cy="171515"/>
              </a:xfrm>
              <a:custGeom>
                <a:avLst/>
                <a:gdLst>
                  <a:gd name="csX0" fmla="*/ -1 w 105780"/>
                  <a:gd name="csY0" fmla="*/ -1 h 171515"/>
                  <a:gd name="csX1" fmla="*/ -1 w 105780"/>
                  <a:gd name="csY1" fmla="*/ 115493 h 171515"/>
                  <a:gd name="csX2" fmla="*/ 105258 w 105780"/>
                  <a:gd name="csY2" fmla="*/ 171514 h 171515"/>
                  <a:gd name="csX3" fmla="*/ 105779 w 105780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80" h="171515">
                    <a:moveTo>
                      <a:pt x="-1" y="-1"/>
                    </a:moveTo>
                    <a:lnTo>
                      <a:pt x="-1" y="115493"/>
                    </a:lnTo>
                    <a:lnTo>
                      <a:pt x="105258" y="171514"/>
                    </a:lnTo>
                    <a:lnTo>
                      <a:pt x="105779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1029" name="자유형 1028">
                <a:extLst>
                  <a:ext uri="{FF2B5EF4-FFF2-40B4-BE49-F238E27FC236}">
                    <a16:creationId xmlns:a16="http://schemas.microsoft.com/office/drawing/2014/main" id="{D7F59B7B-CBE0-709D-4382-BC5F9759329D}"/>
                  </a:ext>
                </a:extLst>
              </p:cNvPr>
              <p:cNvSpPr/>
              <p:nvPr/>
            </p:nvSpPr>
            <p:spPr>
              <a:xfrm>
                <a:off x="2810495" y="2965362"/>
                <a:ext cx="105779" cy="171515"/>
              </a:xfrm>
              <a:custGeom>
                <a:avLst/>
                <a:gdLst>
                  <a:gd name="csX0" fmla="*/ 105779 w 105779"/>
                  <a:gd name="csY0" fmla="*/ -1 h 171515"/>
                  <a:gd name="csX1" fmla="*/ 105779 w 105779"/>
                  <a:gd name="csY1" fmla="*/ 115493 h 171515"/>
                  <a:gd name="csX2" fmla="*/ 520 w 105779"/>
                  <a:gd name="csY2" fmla="*/ 171514 h 171515"/>
                  <a:gd name="csX3" fmla="*/ -1 w 105779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79" h="171515">
                    <a:moveTo>
                      <a:pt x="105779" y="-1"/>
                    </a:moveTo>
                    <a:lnTo>
                      <a:pt x="105779" y="115493"/>
                    </a:lnTo>
                    <a:lnTo>
                      <a:pt x="520" y="171514"/>
                    </a:lnTo>
                    <a:lnTo>
                      <a:pt x="-1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</p:grpSp>
      <p:sp>
        <p:nvSpPr>
          <p:cNvPr id="1030" name="Rectangle 62" descr="Availability Zone group.">
            <a:extLst>
              <a:ext uri="{FF2B5EF4-FFF2-40B4-BE49-F238E27FC236}">
                <a16:creationId xmlns:a16="http://schemas.microsoft.com/office/drawing/2014/main" id="{E6FD0069-BC58-71A7-523B-F45491C42BE2}"/>
              </a:ext>
            </a:extLst>
          </p:cNvPr>
          <p:cNvSpPr/>
          <p:nvPr/>
        </p:nvSpPr>
        <p:spPr>
          <a:xfrm>
            <a:off x="3588356" y="2059420"/>
            <a:ext cx="936351" cy="384997"/>
          </a:xfrm>
          <a:prstGeom prst="rect">
            <a:avLst/>
          </a:prstGeom>
          <a:noFill/>
          <a:ln w="158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>
              <a:defRPr/>
            </a:pPr>
            <a:r>
              <a:rPr lang="en-US" sz="12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Pending </a:t>
            </a:r>
          </a:p>
          <a:p>
            <a:pPr algn="ctr">
              <a:defRPr/>
            </a:pPr>
            <a:r>
              <a:rPr lang="en-US" sz="12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  <a:cs typeface="Arial" panose="020B0604020202020204" pitchFamily="34" charset="0"/>
              </a:rPr>
              <a:t>Pods</a:t>
            </a:r>
          </a:p>
        </p:txBody>
      </p:sp>
      <p:sp>
        <p:nvSpPr>
          <p:cNvPr id="1044" name="Rectangle 55">
            <a:extLst>
              <a:ext uri="{FF2B5EF4-FFF2-40B4-BE49-F238E27FC236}">
                <a16:creationId xmlns:a16="http://schemas.microsoft.com/office/drawing/2014/main" id="{D7043ED3-01CD-9575-CA50-6F5CEC72CA23}"/>
              </a:ext>
            </a:extLst>
          </p:cNvPr>
          <p:cNvSpPr/>
          <p:nvPr/>
        </p:nvSpPr>
        <p:spPr>
          <a:xfrm>
            <a:off x="4851981" y="2294662"/>
            <a:ext cx="1530929" cy="934185"/>
          </a:xfrm>
          <a:prstGeom prst="rect">
            <a:avLst/>
          </a:prstGeom>
          <a:noFill/>
          <a:ln w="15875">
            <a:solidFill>
              <a:srgbClr val="01A8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0000" rIns="0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 b="1" dirty="0">
              <a:ln w="0"/>
              <a:solidFill>
                <a:srgbClr val="02A88D"/>
              </a:solidFill>
              <a:latin typeface="SUIT SemiBold" pitchFamily="2" charset="-127"/>
              <a:ea typeface="SUIT SemiBold" pitchFamily="2" charset="-127"/>
              <a:cs typeface="Arial" panose="020B0604020202020204" pitchFamily="34" charset="0"/>
            </a:endParaRPr>
          </a:p>
        </p:txBody>
      </p:sp>
      <p:grpSp>
        <p:nvGrpSpPr>
          <p:cNvPr id="1047" name="그룹 1046">
            <a:extLst>
              <a:ext uri="{FF2B5EF4-FFF2-40B4-BE49-F238E27FC236}">
                <a16:creationId xmlns:a16="http://schemas.microsoft.com/office/drawing/2014/main" id="{9116742A-5ADE-687D-1581-EB4BA28FDF4A}"/>
              </a:ext>
            </a:extLst>
          </p:cNvPr>
          <p:cNvGrpSpPr/>
          <p:nvPr/>
        </p:nvGrpSpPr>
        <p:grpSpPr>
          <a:xfrm>
            <a:off x="4205740" y="4703333"/>
            <a:ext cx="385508" cy="359403"/>
            <a:chOff x="2521941" y="2777585"/>
            <a:chExt cx="562717" cy="524612"/>
          </a:xfrm>
        </p:grpSpPr>
        <p:sp>
          <p:nvSpPr>
            <p:cNvPr id="1048" name="자유형 1047">
              <a:extLst>
                <a:ext uri="{FF2B5EF4-FFF2-40B4-BE49-F238E27FC236}">
                  <a16:creationId xmlns:a16="http://schemas.microsoft.com/office/drawing/2014/main" id="{E57E5B77-929A-AF5C-E045-346B98590281}"/>
                </a:ext>
              </a:extLst>
            </p:cNvPr>
            <p:cNvSpPr/>
            <p:nvPr/>
          </p:nvSpPr>
          <p:spPr>
            <a:xfrm>
              <a:off x="2536765" y="2791425"/>
              <a:ext cx="533061" cy="496944"/>
            </a:xfrm>
            <a:custGeom>
              <a:avLst/>
              <a:gdLst>
                <a:gd name="csX0" fmla="*/ 264699 w 533061"/>
                <a:gd name="csY0" fmla="*/ 40 h 496944"/>
                <a:gd name="csX1" fmla="*/ 251118 w 533061"/>
                <a:gd name="csY1" fmla="*/ 3342 h 496944"/>
                <a:gd name="csX2" fmla="*/ 65799 w 533061"/>
                <a:gd name="csY2" fmla="*/ 88417 h 496944"/>
                <a:gd name="csX3" fmla="*/ 46626 w 533061"/>
                <a:gd name="csY3" fmla="*/ 111325 h 496944"/>
                <a:gd name="csX4" fmla="*/ 907 w 533061"/>
                <a:gd name="csY4" fmla="*/ 302424 h 496944"/>
                <a:gd name="csX5" fmla="*/ 5717 w 533061"/>
                <a:gd name="csY5" fmla="*/ 328315 h 496944"/>
                <a:gd name="csX6" fmla="*/ 7731 w 533061"/>
                <a:gd name="csY6" fmla="*/ 331001 h 496944"/>
                <a:gd name="csX7" fmla="*/ 136001 w 533061"/>
                <a:gd name="csY7" fmla="*/ 484232 h 496944"/>
                <a:gd name="csX8" fmla="*/ 163708 w 533061"/>
                <a:gd name="csY8" fmla="*/ 496940 h 496944"/>
                <a:gd name="csX9" fmla="*/ 369410 w 533061"/>
                <a:gd name="csY9" fmla="*/ 496895 h 496944"/>
                <a:gd name="csX10" fmla="*/ 397116 w 533061"/>
                <a:gd name="csY10" fmla="*/ 484208 h 496944"/>
                <a:gd name="csX11" fmla="*/ 525339 w 533061"/>
                <a:gd name="csY11" fmla="*/ 330958 h 496944"/>
                <a:gd name="csX12" fmla="*/ 532189 w 533061"/>
                <a:gd name="csY12" fmla="*/ 302378 h 496944"/>
                <a:gd name="csX13" fmla="*/ 486398 w 533061"/>
                <a:gd name="csY13" fmla="*/ 111279 h 496944"/>
                <a:gd name="csX14" fmla="*/ 467224 w 533061"/>
                <a:gd name="csY14" fmla="*/ 88371 h 496944"/>
                <a:gd name="csX15" fmla="*/ 281882 w 533061"/>
                <a:gd name="csY15" fmla="*/ 3342 h 496944"/>
                <a:gd name="csX16" fmla="*/ 264699 w 533061"/>
                <a:gd name="csY16" fmla="*/ 40 h 496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33061" h="496944">
                  <a:moveTo>
                    <a:pt x="264699" y="40"/>
                  </a:moveTo>
                  <a:cubicBezTo>
                    <a:pt x="259986" y="268"/>
                    <a:pt x="255369" y="1391"/>
                    <a:pt x="251118" y="3342"/>
                  </a:cubicBezTo>
                  <a:lnTo>
                    <a:pt x="65799" y="88417"/>
                  </a:lnTo>
                  <a:cubicBezTo>
                    <a:pt x="56084" y="92875"/>
                    <a:pt x="49026" y="101307"/>
                    <a:pt x="46626" y="111325"/>
                  </a:cubicBezTo>
                  <a:lnTo>
                    <a:pt x="907" y="302424"/>
                  </a:lnTo>
                  <a:cubicBezTo>
                    <a:pt x="-1227" y="311320"/>
                    <a:pt x="508" y="320660"/>
                    <a:pt x="5717" y="328315"/>
                  </a:cubicBezTo>
                  <a:cubicBezTo>
                    <a:pt x="6341" y="329242"/>
                    <a:pt x="7015" y="330140"/>
                    <a:pt x="7731" y="331001"/>
                  </a:cubicBezTo>
                  <a:lnTo>
                    <a:pt x="136001" y="484232"/>
                  </a:lnTo>
                  <a:cubicBezTo>
                    <a:pt x="142727" y="492264"/>
                    <a:pt x="152926" y="496940"/>
                    <a:pt x="163708" y="496940"/>
                  </a:cubicBezTo>
                  <a:lnTo>
                    <a:pt x="369410" y="496895"/>
                  </a:lnTo>
                  <a:cubicBezTo>
                    <a:pt x="380189" y="496901"/>
                    <a:pt x="390386" y="492234"/>
                    <a:pt x="397116" y="484208"/>
                  </a:cubicBezTo>
                  <a:lnTo>
                    <a:pt x="525339" y="330958"/>
                  </a:lnTo>
                  <a:cubicBezTo>
                    <a:pt x="532068" y="322920"/>
                    <a:pt x="534589" y="312403"/>
                    <a:pt x="532189" y="302378"/>
                  </a:cubicBezTo>
                  <a:lnTo>
                    <a:pt x="486398" y="111279"/>
                  </a:lnTo>
                  <a:cubicBezTo>
                    <a:pt x="483997" y="101261"/>
                    <a:pt x="476940" y="92829"/>
                    <a:pt x="467224" y="88371"/>
                  </a:cubicBezTo>
                  <a:lnTo>
                    <a:pt x="281882" y="3342"/>
                  </a:lnTo>
                  <a:cubicBezTo>
                    <a:pt x="276534" y="887"/>
                    <a:pt x="270626" y="-248"/>
                    <a:pt x="264699" y="40"/>
                  </a:cubicBezTo>
                  <a:close/>
                </a:path>
              </a:pathLst>
            </a:custGeom>
            <a:solidFill>
              <a:srgbClr val="326CE5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1049" name="자유형 1048">
              <a:extLst>
                <a:ext uri="{FF2B5EF4-FFF2-40B4-BE49-F238E27FC236}">
                  <a16:creationId xmlns:a16="http://schemas.microsoft.com/office/drawing/2014/main" id="{4278CEB2-A227-D5F6-0FCB-8F29C058B700}"/>
                </a:ext>
              </a:extLst>
            </p:cNvPr>
            <p:cNvSpPr/>
            <p:nvPr/>
          </p:nvSpPr>
          <p:spPr>
            <a:xfrm>
              <a:off x="2521941" y="2777585"/>
              <a:ext cx="562717" cy="524612"/>
            </a:xfrm>
            <a:custGeom>
              <a:avLst/>
              <a:gdLst>
                <a:gd name="csX0" fmla="*/ 279424 w 562717"/>
                <a:gd name="csY0" fmla="*/ 43 h 524612"/>
                <a:gd name="csX1" fmla="*/ 265108 w 562717"/>
                <a:gd name="csY1" fmla="*/ 3550 h 524612"/>
                <a:gd name="csX2" fmla="*/ 69455 w 562717"/>
                <a:gd name="csY2" fmla="*/ 93339 h 524612"/>
                <a:gd name="csX3" fmla="*/ 49215 w 562717"/>
                <a:gd name="csY3" fmla="*/ 117522 h 524612"/>
                <a:gd name="csX4" fmla="*/ 960 w 562717"/>
                <a:gd name="csY4" fmla="*/ 319256 h 524612"/>
                <a:gd name="csX5" fmla="*/ 6033 w 562717"/>
                <a:gd name="csY5" fmla="*/ 346603 h 524612"/>
                <a:gd name="csX6" fmla="*/ 8164 w 562717"/>
                <a:gd name="csY6" fmla="*/ 349427 h 524612"/>
                <a:gd name="csX7" fmla="*/ 143568 w 562717"/>
                <a:gd name="csY7" fmla="*/ 511198 h 524612"/>
                <a:gd name="csX8" fmla="*/ 172817 w 562717"/>
                <a:gd name="csY8" fmla="*/ 524609 h 524612"/>
                <a:gd name="csX9" fmla="*/ 389965 w 562717"/>
                <a:gd name="csY9" fmla="*/ 524563 h 524612"/>
                <a:gd name="csX10" fmla="*/ 419213 w 562717"/>
                <a:gd name="csY10" fmla="*/ 511174 h 524612"/>
                <a:gd name="csX11" fmla="*/ 554569 w 562717"/>
                <a:gd name="csY11" fmla="*/ 349381 h 524612"/>
                <a:gd name="csX12" fmla="*/ 561798 w 562717"/>
                <a:gd name="csY12" fmla="*/ 319231 h 524612"/>
                <a:gd name="csX13" fmla="*/ 513472 w 562717"/>
                <a:gd name="csY13" fmla="*/ 117476 h 524612"/>
                <a:gd name="csX14" fmla="*/ 493231 w 562717"/>
                <a:gd name="csY14" fmla="*/ 93316 h 524612"/>
                <a:gd name="csX15" fmla="*/ 297579 w 562717"/>
                <a:gd name="csY15" fmla="*/ 3527 h 524612"/>
                <a:gd name="csX16" fmla="*/ 279424 w 562717"/>
                <a:gd name="csY16" fmla="*/ 43 h 524612"/>
                <a:gd name="csX17" fmla="*/ 279519 w 562717"/>
                <a:gd name="csY17" fmla="*/ 13889 h 524612"/>
                <a:gd name="csX18" fmla="*/ 296702 w 562717"/>
                <a:gd name="csY18" fmla="*/ 17190 h 524612"/>
                <a:gd name="csX19" fmla="*/ 482044 w 562717"/>
                <a:gd name="csY19" fmla="*/ 102219 h 524612"/>
                <a:gd name="csX20" fmla="*/ 501218 w 562717"/>
                <a:gd name="csY20" fmla="*/ 125128 h 524612"/>
                <a:gd name="csX21" fmla="*/ 547009 w 562717"/>
                <a:gd name="csY21" fmla="*/ 316228 h 524612"/>
                <a:gd name="csX22" fmla="*/ 540159 w 562717"/>
                <a:gd name="csY22" fmla="*/ 344805 h 524612"/>
                <a:gd name="csX23" fmla="*/ 411936 w 562717"/>
                <a:gd name="csY23" fmla="*/ 498058 h 524612"/>
                <a:gd name="csX24" fmla="*/ 384230 w 562717"/>
                <a:gd name="csY24" fmla="*/ 510742 h 524612"/>
                <a:gd name="csX25" fmla="*/ 178530 w 562717"/>
                <a:gd name="csY25" fmla="*/ 510787 h 524612"/>
                <a:gd name="csX26" fmla="*/ 150823 w 562717"/>
                <a:gd name="csY26" fmla="*/ 498082 h 524612"/>
                <a:gd name="csX27" fmla="*/ 22553 w 562717"/>
                <a:gd name="csY27" fmla="*/ 344851 h 524612"/>
                <a:gd name="csX28" fmla="*/ 20539 w 562717"/>
                <a:gd name="csY28" fmla="*/ 342164 h 524612"/>
                <a:gd name="csX29" fmla="*/ 15726 w 562717"/>
                <a:gd name="csY29" fmla="*/ 316274 h 524612"/>
                <a:gd name="csX30" fmla="*/ 61444 w 562717"/>
                <a:gd name="csY30" fmla="*/ 125173 h 524612"/>
                <a:gd name="csX31" fmla="*/ 80621 w 562717"/>
                <a:gd name="csY31" fmla="*/ 102265 h 524612"/>
                <a:gd name="csX32" fmla="*/ 265938 w 562717"/>
                <a:gd name="csY32" fmla="*/ 17190 h 524612"/>
                <a:gd name="csX33" fmla="*/ 279519 w 562717"/>
                <a:gd name="csY33" fmla="*/ 13889 h 52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62717" h="524612">
                  <a:moveTo>
                    <a:pt x="279424" y="43"/>
                  </a:moveTo>
                  <a:cubicBezTo>
                    <a:pt x="274455" y="293"/>
                    <a:pt x="269588" y="1485"/>
                    <a:pt x="265108" y="3550"/>
                  </a:cubicBezTo>
                  <a:lnTo>
                    <a:pt x="69455" y="93339"/>
                  </a:lnTo>
                  <a:cubicBezTo>
                    <a:pt x="59199" y="98045"/>
                    <a:pt x="51751" y="106946"/>
                    <a:pt x="49215" y="117522"/>
                  </a:cubicBezTo>
                  <a:lnTo>
                    <a:pt x="960" y="319256"/>
                  </a:lnTo>
                  <a:cubicBezTo>
                    <a:pt x="-1298" y="328650"/>
                    <a:pt x="533" y="338517"/>
                    <a:pt x="6033" y="346603"/>
                  </a:cubicBezTo>
                  <a:cubicBezTo>
                    <a:pt x="6695" y="347577"/>
                    <a:pt x="7407" y="348520"/>
                    <a:pt x="8164" y="349427"/>
                  </a:cubicBezTo>
                  <a:lnTo>
                    <a:pt x="143568" y="511198"/>
                  </a:lnTo>
                  <a:cubicBezTo>
                    <a:pt x="150671" y="519674"/>
                    <a:pt x="161434" y="524612"/>
                    <a:pt x="172817" y="524609"/>
                  </a:cubicBezTo>
                  <a:lnTo>
                    <a:pt x="389965" y="524563"/>
                  </a:lnTo>
                  <a:cubicBezTo>
                    <a:pt x="401344" y="524572"/>
                    <a:pt x="412107" y="519644"/>
                    <a:pt x="419213" y="511174"/>
                  </a:cubicBezTo>
                  <a:lnTo>
                    <a:pt x="554569" y="349381"/>
                  </a:lnTo>
                  <a:cubicBezTo>
                    <a:pt x="561666" y="340902"/>
                    <a:pt x="564327" y="329806"/>
                    <a:pt x="561798" y="319231"/>
                  </a:cubicBezTo>
                  <a:lnTo>
                    <a:pt x="513472" y="117476"/>
                  </a:lnTo>
                  <a:cubicBezTo>
                    <a:pt x="510931" y="106909"/>
                    <a:pt x="503482" y="98018"/>
                    <a:pt x="493231" y="93316"/>
                  </a:cubicBezTo>
                  <a:lnTo>
                    <a:pt x="297579" y="3527"/>
                  </a:lnTo>
                  <a:cubicBezTo>
                    <a:pt x="291929" y="934"/>
                    <a:pt x="285686" y="-264"/>
                    <a:pt x="279424" y="43"/>
                  </a:cubicBezTo>
                  <a:close/>
                  <a:moveTo>
                    <a:pt x="279519" y="13889"/>
                  </a:moveTo>
                  <a:cubicBezTo>
                    <a:pt x="285446" y="13600"/>
                    <a:pt x="291354" y="14736"/>
                    <a:pt x="296702" y="17190"/>
                  </a:cubicBezTo>
                  <a:lnTo>
                    <a:pt x="482044" y="102219"/>
                  </a:lnTo>
                  <a:cubicBezTo>
                    <a:pt x="491760" y="106678"/>
                    <a:pt x="498817" y="115109"/>
                    <a:pt x="501218" y="125128"/>
                  </a:cubicBezTo>
                  <a:lnTo>
                    <a:pt x="547009" y="316228"/>
                  </a:lnTo>
                  <a:cubicBezTo>
                    <a:pt x="549410" y="326250"/>
                    <a:pt x="546888" y="336770"/>
                    <a:pt x="540159" y="344805"/>
                  </a:cubicBezTo>
                  <a:lnTo>
                    <a:pt x="411936" y="498058"/>
                  </a:lnTo>
                  <a:cubicBezTo>
                    <a:pt x="405206" y="506081"/>
                    <a:pt x="395009" y="510751"/>
                    <a:pt x="384230" y="510742"/>
                  </a:cubicBezTo>
                  <a:lnTo>
                    <a:pt x="178530" y="510787"/>
                  </a:lnTo>
                  <a:cubicBezTo>
                    <a:pt x="167745" y="510790"/>
                    <a:pt x="157548" y="506114"/>
                    <a:pt x="150823" y="498082"/>
                  </a:cubicBezTo>
                  <a:lnTo>
                    <a:pt x="22553" y="344851"/>
                  </a:lnTo>
                  <a:cubicBezTo>
                    <a:pt x="21834" y="343987"/>
                    <a:pt x="21162" y="343089"/>
                    <a:pt x="20539" y="342164"/>
                  </a:cubicBezTo>
                  <a:cubicBezTo>
                    <a:pt x="15330" y="334507"/>
                    <a:pt x="13594" y="325167"/>
                    <a:pt x="15726" y="316274"/>
                  </a:cubicBezTo>
                  <a:lnTo>
                    <a:pt x="61444" y="125173"/>
                  </a:lnTo>
                  <a:cubicBezTo>
                    <a:pt x="63847" y="115155"/>
                    <a:pt x="70902" y="106723"/>
                    <a:pt x="80621" y="102265"/>
                  </a:cubicBezTo>
                  <a:lnTo>
                    <a:pt x="265938" y="17190"/>
                  </a:lnTo>
                  <a:cubicBezTo>
                    <a:pt x="270189" y="15239"/>
                    <a:pt x="274806" y="14117"/>
                    <a:pt x="279519" y="1388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1050" name="TextBox 1049">
              <a:extLst>
                <a:ext uri="{FF2B5EF4-FFF2-40B4-BE49-F238E27FC236}">
                  <a16:creationId xmlns:a16="http://schemas.microsoft.com/office/drawing/2014/main" id="{8F534348-C96A-5882-F775-B97C85FDDE6E}"/>
                </a:ext>
              </a:extLst>
            </p:cNvPr>
            <p:cNvSpPr txBox="1"/>
            <p:nvPr/>
          </p:nvSpPr>
          <p:spPr>
            <a:xfrm>
              <a:off x="2725968" y="3166175"/>
              <a:ext cx="155148" cy="1068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sz="400" b="1" spc="0" baseline="0" dirty="0">
                  <a:ln/>
                  <a:solidFill>
                    <a:srgbClr val="FFFFFF"/>
                  </a:solidFill>
                  <a:latin typeface="SUIT" pitchFamily="2" charset="-127"/>
                  <a:ea typeface="SUIT" pitchFamily="2" charset="-127"/>
                  <a:cs typeface="Arial"/>
                  <a:sym typeface="Arial"/>
                  <a:rtl val="0"/>
                </a:rPr>
                <a:t>pod</a:t>
              </a:r>
            </a:p>
          </p:txBody>
        </p:sp>
        <p:grpSp>
          <p:nvGrpSpPr>
            <p:cNvPr id="1052" name="그래픽 2">
              <a:extLst>
                <a:ext uri="{FF2B5EF4-FFF2-40B4-BE49-F238E27FC236}">
                  <a16:creationId xmlns:a16="http://schemas.microsoft.com/office/drawing/2014/main" id="{3F61FA80-A82D-CCDA-1BF1-1C2496B5573A}"/>
                </a:ext>
              </a:extLst>
            </p:cNvPr>
            <p:cNvGrpSpPr/>
            <p:nvPr/>
          </p:nvGrpSpPr>
          <p:grpSpPr>
            <a:xfrm>
              <a:off x="2690328" y="2921832"/>
              <a:ext cx="225946" cy="215044"/>
              <a:chOff x="2690328" y="2921832"/>
              <a:chExt cx="225946" cy="215044"/>
            </a:xfrm>
            <a:solidFill>
              <a:srgbClr val="FFFFFF"/>
            </a:solidFill>
          </p:grpSpPr>
          <p:sp>
            <p:nvSpPr>
              <p:cNvPr id="1053" name="자유형 1052">
                <a:extLst>
                  <a:ext uri="{FF2B5EF4-FFF2-40B4-BE49-F238E27FC236}">
                    <a16:creationId xmlns:a16="http://schemas.microsoft.com/office/drawing/2014/main" id="{6AEB10D6-1446-B569-B570-DBF8F815C102}"/>
                  </a:ext>
                </a:extLst>
              </p:cNvPr>
              <p:cNvSpPr/>
              <p:nvPr/>
            </p:nvSpPr>
            <p:spPr>
              <a:xfrm>
                <a:off x="2690328" y="2921832"/>
                <a:ext cx="225946" cy="62952"/>
              </a:xfrm>
              <a:custGeom>
                <a:avLst/>
                <a:gdLst>
                  <a:gd name="csX0" fmla="*/ -1 w 225946"/>
                  <a:gd name="csY0" fmla="*/ 31475 h 62952"/>
                  <a:gd name="csX1" fmla="*/ 112972 w 225946"/>
                  <a:gd name="csY1" fmla="*/ -1 h 62952"/>
                  <a:gd name="csX2" fmla="*/ 225946 w 225946"/>
                  <a:gd name="csY2" fmla="*/ 31475 h 62952"/>
                  <a:gd name="csX3" fmla="*/ 112972 w 225946"/>
                  <a:gd name="csY3" fmla="*/ 62951 h 62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946" h="62952">
                    <a:moveTo>
                      <a:pt x="-1" y="31475"/>
                    </a:moveTo>
                    <a:lnTo>
                      <a:pt x="112972" y="-1"/>
                    </a:lnTo>
                    <a:lnTo>
                      <a:pt x="225946" y="31475"/>
                    </a:lnTo>
                    <a:lnTo>
                      <a:pt x="112972" y="62951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1054" name="자유형 1053">
                <a:extLst>
                  <a:ext uri="{FF2B5EF4-FFF2-40B4-BE49-F238E27FC236}">
                    <a16:creationId xmlns:a16="http://schemas.microsoft.com/office/drawing/2014/main" id="{E0683E8C-4CC9-34D7-D1FF-A439D38EFF8C}"/>
                  </a:ext>
                </a:extLst>
              </p:cNvPr>
              <p:cNvSpPr/>
              <p:nvPr/>
            </p:nvSpPr>
            <p:spPr>
              <a:xfrm>
                <a:off x="2690328" y="2965362"/>
                <a:ext cx="105780" cy="171515"/>
              </a:xfrm>
              <a:custGeom>
                <a:avLst/>
                <a:gdLst>
                  <a:gd name="csX0" fmla="*/ -1 w 105780"/>
                  <a:gd name="csY0" fmla="*/ -1 h 171515"/>
                  <a:gd name="csX1" fmla="*/ -1 w 105780"/>
                  <a:gd name="csY1" fmla="*/ 115493 h 171515"/>
                  <a:gd name="csX2" fmla="*/ 105258 w 105780"/>
                  <a:gd name="csY2" fmla="*/ 171514 h 171515"/>
                  <a:gd name="csX3" fmla="*/ 105779 w 105780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80" h="171515">
                    <a:moveTo>
                      <a:pt x="-1" y="-1"/>
                    </a:moveTo>
                    <a:lnTo>
                      <a:pt x="-1" y="115493"/>
                    </a:lnTo>
                    <a:lnTo>
                      <a:pt x="105258" y="171514"/>
                    </a:lnTo>
                    <a:lnTo>
                      <a:pt x="105779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1055" name="자유형 1054">
                <a:extLst>
                  <a:ext uri="{FF2B5EF4-FFF2-40B4-BE49-F238E27FC236}">
                    <a16:creationId xmlns:a16="http://schemas.microsoft.com/office/drawing/2014/main" id="{D3839124-694C-6BE3-550C-BB298156A304}"/>
                  </a:ext>
                </a:extLst>
              </p:cNvPr>
              <p:cNvSpPr/>
              <p:nvPr/>
            </p:nvSpPr>
            <p:spPr>
              <a:xfrm>
                <a:off x="2810495" y="2965362"/>
                <a:ext cx="105779" cy="171515"/>
              </a:xfrm>
              <a:custGeom>
                <a:avLst/>
                <a:gdLst>
                  <a:gd name="csX0" fmla="*/ 105779 w 105779"/>
                  <a:gd name="csY0" fmla="*/ -1 h 171515"/>
                  <a:gd name="csX1" fmla="*/ 105779 w 105779"/>
                  <a:gd name="csY1" fmla="*/ 115493 h 171515"/>
                  <a:gd name="csX2" fmla="*/ 520 w 105779"/>
                  <a:gd name="csY2" fmla="*/ 171514 h 171515"/>
                  <a:gd name="csX3" fmla="*/ -1 w 105779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79" h="171515">
                    <a:moveTo>
                      <a:pt x="105779" y="-1"/>
                    </a:moveTo>
                    <a:lnTo>
                      <a:pt x="105779" y="115493"/>
                    </a:lnTo>
                    <a:lnTo>
                      <a:pt x="520" y="171514"/>
                    </a:lnTo>
                    <a:lnTo>
                      <a:pt x="-1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</p:grpSp>
      <p:sp>
        <p:nvSpPr>
          <p:cNvPr id="1071" name="TextBox 1070">
            <a:extLst>
              <a:ext uri="{FF2B5EF4-FFF2-40B4-BE49-F238E27FC236}">
                <a16:creationId xmlns:a16="http://schemas.microsoft.com/office/drawing/2014/main" id="{660C8AB2-DB2A-9253-B457-3A8ED8C224C5}"/>
              </a:ext>
            </a:extLst>
          </p:cNvPr>
          <p:cNvSpPr txBox="1"/>
          <p:nvPr/>
        </p:nvSpPr>
        <p:spPr>
          <a:xfrm>
            <a:off x="3993194" y="4375480"/>
            <a:ext cx="651139" cy="271220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algn="ctr">
              <a:defRPr/>
            </a:pPr>
            <a:r>
              <a:rPr lang="en-US" altLang="ko-KR" sz="80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Instance T4</a:t>
            </a:r>
          </a:p>
          <a:p>
            <a:pPr algn="ctr">
              <a:defRPr/>
            </a:pPr>
            <a:r>
              <a:rPr lang="en-US" altLang="ko-KR" sz="80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AZ-1</a:t>
            </a:r>
          </a:p>
        </p:txBody>
      </p:sp>
      <p:pic>
        <p:nvPicPr>
          <p:cNvPr id="2071" name="Graphic 23" descr="Alert resource icon for the General Icons category.">
            <a:extLst>
              <a:ext uri="{FF2B5EF4-FFF2-40B4-BE49-F238E27FC236}">
                <a16:creationId xmlns:a16="http://schemas.microsoft.com/office/drawing/2014/main" id="{D1D9D774-4F41-9B1A-1C9F-EF66CA49859A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 flipH="1">
            <a:off x="7358804" y="4146013"/>
            <a:ext cx="274514" cy="274514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73" name="Rectangle 79">
            <a:extLst>
              <a:ext uri="{FF2B5EF4-FFF2-40B4-BE49-F238E27FC236}">
                <a16:creationId xmlns:a16="http://schemas.microsoft.com/office/drawing/2014/main" id="{E0917A35-5318-11C2-CF7C-CEBE4D6AE47C}"/>
              </a:ext>
            </a:extLst>
          </p:cNvPr>
          <p:cNvSpPr/>
          <p:nvPr/>
        </p:nvSpPr>
        <p:spPr>
          <a:xfrm>
            <a:off x="6166943" y="4262681"/>
            <a:ext cx="936518" cy="706998"/>
          </a:xfrm>
          <a:prstGeom prst="rect">
            <a:avLst/>
          </a:prstGeom>
          <a:noFill/>
          <a:ln w="158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7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75" name="그룹 2074">
            <a:extLst>
              <a:ext uri="{FF2B5EF4-FFF2-40B4-BE49-F238E27FC236}">
                <a16:creationId xmlns:a16="http://schemas.microsoft.com/office/drawing/2014/main" id="{6DC72C6E-08D9-3316-C8D5-669F72FBBB3D}"/>
              </a:ext>
            </a:extLst>
          </p:cNvPr>
          <p:cNvGrpSpPr/>
          <p:nvPr/>
        </p:nvGrpSpPr>
        <p:grpSpPr>
          <a:xfrm>
            <a:off x="6227278" y="4565666"/>
            <a:ext cx="385508" cy="359403"/>
            <a:chOff x="2521941" y="2777585"/>
            <a:chExt cx="562717" cy="524612"/>
          </a:xfrm>
        </p:grpSpPr>
        <p:sp>
          <p:nvSpPr>
            <p:cNvPr id="2076" name="자유형 2075">
              <a:extLst>
                <a:ext uri="{FF2B5EF4-FFF2-40B4-BE49-F238E27FC236}">
                  <a16:creationId xmlns:a16="http://schemas.microsoft.com/office/drawing/2014/main" id="{3038C847-590B-EC69-1459-848BA2359BED}"/>
                </a:ext>
              </a:extLst>
            </p:cNvPr>
            <p:cNvSpPr/>
            <p:nvPr/>
          </p:nvSpPr>
          <p:spPr>
            <a:xfrm>
              <a:off x="2536765" y="2791426"/>
              <a:ext cx="533061" cy="496944"/>
            </a:xfrm>
            <a:custGeom>
              <a:avLst/>
              <a:gdLst>
                <a:gd name="csX0" fmla="*/ 264699 w 533061"/>
                <a:gd name="csY0" fmla="*/ 40 h 496944"/>
                <a:gd name="csX1" fmla="*/ 251118 w 533061"/>
                <a:gd name="csY1" fmla="*/ 3342 h 496944"/>
                <a:gd name="csX2" fmla="*/ 65799 w 533061"/>
                <a:gd name="csY2" fmla="*/ 88417 h 496944"/>
                <a:gd name="csX3" fmla="*/ 46626 w 533061"/>
                <a:gd name="csY3" fmla="*/ 111325 h 496944"/>
                <a:gd name="csX4" fmla="*/ 907 w 533061"/>
                <a:gd name="csY4" fmla="*/ 302424 h 496944"/>
                <a:gd name="csX5" fmla="*/ 5717 w 533061"/>
                <a:gd name="csY5" fmla="*/ 328315 h 496944"/>
                <a:gd name="csX6" fmla="*/ 7731 w 533061"/>
                <a:gd name="csY6" fmla="*/ 331001 h 496944"/>
                <a:gd name="csX7" fmla="*/ 136001 w 533061"/>
                <a:gd name="csY7" fmla="*/ 484232 h 496944"/>
                <a:gd name="csX8" fmla="*/ 163708 w 533061"/>
                <a:gd name="csY8" fmla="*/ 496940 h 496944"/>
                <a:gd name="csX9" fmla="*/ 369410 w 533061"/>
                <a:gd name="csY9" fmla="*/ 496895 h 496944"/>
                <a:gd name="csX10" fmla="*/ 397116 w 533061"/>
                <a:gd name="csY10" fmla="*/ 484208 h 496944"/>
                <a:gd name="csX11" fmla="*/ 525339 w 533061"/>
                <a:gd name="csY11" fmla="*/ 330958 h 496944"/>
                <a:gd name="csX12" fmla="*/ 532189 w 533061"/>
                <a:gd name="csY12" fmla="*/ 302378 h 496944"/>
                <a:gd name="csX13" fmla="*/ 486398 w 533061"/>
                <a:gd name="csY13" fmla="*/ 111279 h 496944"/>
                <a:gd name="csX14" fmla="*/ 467224 w 533061"/>
                <a:gd name="csY14" fmla="*/ 88371 h 496944"/>
                <a:gd name="csX15" fmla="*/ 281882 w 533061"/>
                <a:gd name="csY15" fmla="*/ 3342 h 496944"/>
                <a:gd name="csX16" fmla="*/ 264699 w 533061"/>
                <a:gd name="csY16" fmla="*/ 40 h 496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33061" h="496944">
                  <a:moveTo>
                    <a:pt x="264699" y="40"/>
                  </a:moveTo>
                  <a:cubicBezTo>
                    <a:pt x="259986" y="268"/>
                    <a:pt x="255369" y="1391"/>
                    <a:pt x="251118" y="3342"/>
                  </a:cubicBezTo>
                  <a:lnTo>
                    <a:pt x="65799" y="88417"/>
                  </a:lnTo>
                  <a:cubicBezTo>
                    <a:pt x="56084" y="92875"/>
                    <a:pt x="49026" y="101307"/>
                    <a:pt x="46626" y="111325"/>
                  </a:cubicBezTo>
                  <a:lnTo>
                    <a:pt x="907" y="302424"/>
                  </a:lnTo>
                  <a:cubicBezTo>
                    <a:pt x="-1227" y="311320"/>
                    <a:pt x="508" y="320660"/>
                    <a:pt x="5717" y="328315"/>
                  </a:cubicBezTo>
                  <a:cubicBezTo>
                    <a:pt x="6341" y="329242"/>
                    <a:pt x="7015" y="330140"/>
                    <a:pt x="7731" y="331001"/>
                  </a:cubicBezTo>
                  <a:lnTo>
                    <a:pt x="136001" y="484232"/>
                  </a:lnTo>
                  <a:cubicBezTo>
                    <a:pt x="142727" y="492264"/>
                    <a:pt x="152926" y="496940"/>
                    <a:pt x="163708" y="496940"/>
                  </a:cubicBezTo>
                  <a:lnTo>
                    <a:pt x="369410" y="496895"/>
                  </a:lnTo>
                  <a:cubicBezTo>
                    <a:pt x="380189" y="496901"/>
                    <a:pt x="390386" y="492234"/>
                    <a:pt x="397116" y="484208"/>
                  </a:cubicBezTo>
                  <a:lnTo>
                    <a:pt x="525339" y="330958"/>
                  </a:lnTo>
                  <a:cubicBezTo>
                    <a:pt x="532068" y="322920"/>
                    <a:pt x="534589" y="312403"/>
                    <a:pt x="532189" y="302378"/>
                  </a:cubicBezTo>
                  <a:lnTo>
                    <a:pt x="486398" y="111279"/>
                  </a:lnTo>
                  <a:cubicBezTo>
                    <a:pt x="483997" y="101261"/>
                    <a:pt x="476940" y="92829"/>
                    <a:pt x="467224" y="88371"/>
                  </a:cubicBezTo>
                  <a:lnTo>
                    <a:pt x="281882" y="3342"/>
                  </a:lnTo>
                  <a:cubicBezTo>
                    <a:pt x="276534" y="887"/>
                    <a:pt x="270626" y="-248"/>
                    <a:pt x="264699" y="40"/>
                  </a:cubicBezTo>
                  <a:close/>
                </a:path>
              </a:pathLst>
            </a:custGeom>
            <a:solidFill>
              <a:srgbClr val="326CE5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2077" name="자유형 2076">
              <a:extLst>
                <a:ext uri="{FF2B5EF4-FFF2-40B4-BE49-F238E27FC236}">
                  <a16:creationId xmlns:a16="http://schemas.microsoft.com/office/drawing/2014/main" id="{3D7C26AD-AB1C-EB20-5562-01FB2EDB831A}"/>
                </a:ext>
              </a:extLst>
            </p:cNvPr>
            <p:cNvSpPr/>
            <p:nvPr/>
          </p:nvSpPr>
          <p:spPr>
            <a:xfrm>
              <a:off x="2521941" y="2777585"/>
              <a:ext cx="562717" cy="524612"/>
            </a:xfrm>
            <a:custGeom>
              <a:avLst/>
              <a:gdLst>
                <a:gd name="csX0" fmla="*/ 279424 w 562717"/>
                <a:gd name="csY0" fmla="*/ 43 h 524612"/>
                <a:gd name="csX1" fmla="*/ 265108 w 562717"/>
                <a:gd name="csY1" fmla="*/ 3550 h 524612"/>
                <a:gd name="csX2" fmla="*/ 69455 w 562717"/>
                <a:gd name="csY2" fmla="*/ 93339 h 524612"/>
                <a:gd name="csX3" fmla="*/ 49215 w 562717"/>
                <a:gd name="csY3" fmla="*/ 117522 h 524612"/>
                <a:gd name="csX4" fmla="*/ 960 w 562717"/>
                <a:gd name="csY4" fmla="*/ 319256 h 524612"/>
                <a:gd name="csX5" fmla="*/ 6033 w 562717"/>
                <a:gd name="csY5" fmla="*/ 346603 h 524612"/>
                <a:gd name="csX6" fmla="*/ 8164 w 562717"/>
                <a:gd name="csY6" fmla="*/ 349427 h 524612"/>
                <a:gd name="csX7" fmla="*/ 143568 w 562717"/>
                <a:gd name="csY7" fmla="*/ 511198 h 524612"/>
                <a:gd name="csX8" fmla="*/ 172817 w 562717"/>
                <a:gd name="csY8" fmla="*/ 524609 h 524612"/>
                <a:gd name="csX9" fmla="*/ 389965 w 562717"/>
                <a:gd name="csY9" fmla="*/ 524563 h 524612"/>
                <a:gd name="csX10" fmla="*/ 419213 w 562717"/>
                <a:gd name="csY10" fmla="*/ 511174 h 524612"/>
                <a:gd name="csX11" fmla="*/ 554569 w 562717"/>
                <a:gd name="csY11" fmla="*/ 349381 h 524612"/>
                <a:gd name="csX12" fmla="*/ 561798 w 562717"/>
                <a:gd name="csY12" fmla="*/ 319231 h 524612"/>
                <a:gd name="csX13" fmla="*/ 513472 w 562717"/>
                <a:gd name="csY13" fmla="*/ 117476 h 524612"/>
                <a:gd name="csX14" fmla="*/ 493231 w 562717"/>
                <a:gd name="csY14" fmla="*/ 93316 h 524612"/>
                <a:gd name="csX15" fmla="*/ 297579 w 562717"/>
                <a:gd name="csY15" fmla="*/ 3527 h 524612"/>
                <a:gd name="csX16" fmla="*/ 279424 w 562717"/>
                <a:gd name="csY16" fmla="*/ 43 h 524612"/>
                <a:gd name="csX17" fmla="*/ 279519 w 562717"/>
                <a:gd name="csY17" fmla="*/ 13889 h 524612"/>
                <a:gd name="csX18" fmla="*/ 296702 w 562717"/>
                <a:gd name="csY18" fmla="*/ 17190 h 524612"/>
                <a:gd name="csX19" fmla="*/ 482044 w 562717"/>
                <a:gd name="csY19" fmla="*/ 102219 h 524612"/>
                <a:gd name="csX20" fmla="*/ 501218 w 562717"/>
                <a:gd name="csY20" fmla="*/ 125128 h 524612"/>
                <a:gd name="csX21" fmla="*/ 547009 w 562717"/>
                <a:gd name="csY21" fmla="*/ 316228 h 524612"/>
                <a:gd name="csX22" fmla="*/ 540159 w 562717"/>
                <a:gd name="csY22" fmla="*/ 344805 h 524612"/>
                <a:gd name="csX23" fmla="*/ 411936 w 562717"/>
                <a:gd name="csY23" fmla="*/ 498058 h 524612"/>
                <a:gd name="csX24" fmla="*/ 384230 w 562717"/>
                <a:gd name="csY24" fmla="*/ 510742 h 524612"/>
                <a:gd name="csX25" fmla="*/ 178530 w 562717"/>
                <a:gd name="csY25" fmla="*/ 510787 h 524612"/>
                <a:gd name="csX26" fmla="*/ 150823 w 562717"/>
                <a:gd name="csY26" fmla="*/ 498082 h 524612"/>
                <a:gd name="csX27" fmla="*/ 22553 w 562717"/>
                <a:gd name="csY27" fmla="*/ 344851 h 524612"/>
                <a:gd name="csX28" fmla="*/ 20539 w 562717"/>
                <a:gd name="csY28" fmla="*/ 342164 h 524612"/>
                <a:gd name="csX29" fmla="*/ 15726 w 562717"/>
                <a:gd name="csY29" fmla="*/ 316274 h 524612"/>
                <a:gd name="csX30" fmla="*/ 61444 w 562717"/>
                <a:gd name="csY30" fmla="*/ 125173 h 524612"/>
                <a:gd name="csX31" fmla="*/ 80621 w 562717"/>
                <a:gd name="csY31" fmla="*/ 102265 h 524612"/>
                <a:gd name="csX32" fmla="*/ 265938 w 562717"/>
                <a:gd name="csY32" fmla="*/ 17190 h 524612"/>
                <a:gd name="csX33" fmla="*/ 279519 w 562717"/>
                <a:gd name="csY33" fmla="*/ 13889 h 52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62717" h="524612">
                  <a:moveTo>
                    <a:pt x="279424" y="43"/>
                  </a:moveTo>
                  <a:cubicBezTo>
                    <a:pt x="274455" y="293"/>
                    <a:pt x="269588" y="1485"/>
                    <a:pt x="265108" y="3550"/>
                  </a:cubicBezTo>
                  <a:lnTo>
                    <a:pt x="69455" y="93339"/>
                  </a:lnTo>
                  <a:cubicBezTo>
                    <a:pt x="59199" y="98045"/>
                    <a:pt x="51751" y="106946"/>
                    <a:pt x="49215" y="117522"/>
                  </a:cubicBezTo>
                  <a:lnTo>
                    <a:pt x="960" y="319256"/>
                  </a:lnTo>
                  <a:cubicBezTo>
                    <a:pt x="-1298" y="328650"/>
                    <a:pt x="533" y="338517"/>
                    <a:pt x="6033" y="346603"/>
                  </a:cubicBezTo>
                  <a:cubicBezTo>
                    <a:pt x="6695" y="347577"/>
                    <a:pt x="7407" y="348520"/>
                    <a:pt x="8164" y="349427"/>
                  </a:cubicBezTo>
                  <a:lnTo>
                    <a:pt x="143568" y="511198"/>
                  </a:lnTo>
                  <a:cubicBezTo>
                    <a:pt x="150671" y="519674"/>
                    <a:pt x="161434" y="524612"/>
                    <a:pt x="172817" y="524609"/>
                  </a:cubicBezTo>
                  <a:lnTo>
                    <a:pt x="389965" y="524563"/>
                  </a:lnTo>
                  <a:cubicBezTo>
                    <a:pt x="401344" y="524572"/>
                    <a:pt x="412107" y="519644"/>
                    <a:pt x="419213" y="511174"/>
                  </a:cubicBezTo>
                  <a:lnTo>
                    <a:pt x="554569" y="349381"/>
                  </a:lnTo>
                  <a:cubicBezTo>
                    <a:pt x="561666" y="340902"/>
                    <a:pt x="564327" y="329806"/>
                    <a:pt x="561798" y="319231"/>
                  </a:cubicBezTo>
                  <a:lnTo>
                    <a:pt x="513472" y="117476"/>
                  </a:lnTo>
                  <a:cubicBezTo>
                    <a:pt x="510931" y="106909"/>
                    <a:pt x="503482" y="98018"/>
                    <a:pt x="493231" y="93316"/>
                  </a:cubicBezTo>
                  <a:lnTo>
                    <a:pt x="297579" y="3527"/>
                  </a:lnTo>
                  <a:cubicBezTo>
                    <a:pt x="291929" y="934"/>
                    <a:pt x="285686" y="-264"/>
                    <a:pt x="279424" y="43"/>
                  </a:cubicBezTo>
                  <a:close/>
                  <a:moveTo>
                    <a:pt x="279519" y="13889"/>
                  </a:moveTo>
                  <a:cubicBezTo>
                    <a:pt x="285446" y="13600"/>
                    <a:pt x="291354" y="14736"/>
                    <a:pt x="296702" y="17190"/>
                  </a:cubicBezTo>
                  <a:lnTo>
                    <a:pt x="482044" y="102219"/>
                  </a:lnTo>
                  <a:cubicBezTo>
                    <a:pt x="491760" y="106678"/>
                    <a:pt x="498817" y="115109"/>
                    <a:pt x="501218" y="125128"/>
                  </a:cubicBezTo>
                  <a:lnTo>
                    <a:pt x="547009" y="316228"/>
                  </a:lnTo>
                  <a:cubicBezTo>
                    <a:pt x="549410" y="326250"/>
                    <a:pt x="546888" y="336770"/>
                    <a:pt x="540159" y="344805"/>
                  </a:cubicBezTo>
                  <a:lnTo>
                    <a:pt x="411936" y="498058"/>
                  </a:lnTo>
                  <a:cubicBezTo>
                    <a:pt x="405206" y="506081"/>
                    <a:pt x="395009" y="510751"/>
                    <a:pt x="384230" y="510742"/>
                  </a:cubicBezTo>
                  <a:lnTo>
                    <a:pt x="178530" y="510787"/>
                  </a:lnTo>
                  <a:cubicBezTo>
                    <a:pt x="167745" y="510790"/>
                    <a:pt x="157548" y="506114"/>
                    <a:pt x="150823" y="498082"/>
                  </a:cubicBezTo>
                  <a:lnTo>
                    <a:pt x="22553" y="344851"/>
                  </a:lnTo>
                  <a:cubicBezTo>
                    <a:pt x="21834" y="343987"/>
                    <a:pt x="21162" y="343089"/>
                    <a:pt x="20539" y="342164"/>
                  </a:cubicBezTo>
                  <a:cubicBezTo>
                    <a:pt x="15330" y="334507"/>
                    <a:pt x="13594" y="325167"/>
                    <a:pt x="15726" y="316274"/>
                  </a:cubicBezTo>
                  <a:lnTo>
                    <a:pt x="61444" y="125173"/>
                  </a:lnTo>
                  <a:cubicBezTo>
                    <a:pt x="63847" y="115155"/>
                    <a:pt x="70902" y="106723"/>
                    <a:pt x="80621" y="102265"/>
                  </a:cubicBezTo>
                  <a:lnTo>
                    <a:pt x="265938" y="17190"/>
                  </a:lnTo>
                  <a:cubicBezTo>
                    <a:pt x="270189" y="15239"/>
                    <a:pt x="274806" y="14117"/>
                    <a:pt x="279519" y="1388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078" name="TextBox 2077">
              <a:extLst>
                <a:ext uri="{FF2B5EF4-FFF2-40B4-BE49-F238E27FC236}">
                  <a16:creationId xmlns:a16="http://schemas.microsoft.com/office/drawing/2014/main" id="{CA56E5BA-694D-9469-689F-2AFF09D851FF}"/>
                </a:ext>
              </a:extLst>
            </p:cNvPr>
            <p:cNvSpPr txBox="1"/>
            <p:nvPr/>
          </p:nvSpPr>
          <p:spPr>
            <a:xfrm>
              <a:off x="2725968" y="3166175"/>
              <a:ext cx="155148" cy="1068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sz="400" b="1" spc="0" baseline="0" dirty="0">
                  <a:ln/>
                  <a:solidFill>
                    <a:srgbClr val="FFFFFF"/>
                  </a:solidFill>
                  <a:latin typeface="SUIT" pitchFamily="2" charset="-127"/>
                  <a:ea typeface="SUIT" pitchFamily="2" charset="-127"/>
                  <a:cs typeface="Arial"/>
                  <a:sym typeface="Arial"/>
                  <a:rtl val="0"/>
                </a:rPr>
                <a:t>pod</a:t>
              </a:r>
            </a:p>
          </p:txBody>
        </p:sp>
        <p:grpSp>
          <p:nvGrpSpPr>
            <p:cNvPr id="2079" name="그래픽 2">
              <a:extLst>
                <a:ext uri="{FF2B5EF4-FFF2-40B4-BE49-F238E27FC236}">
                  <a16:creationId xmlns:a16="http://schemas.microsoft.com/office/drawing/2014/main" id="{C3753839-701A-017B-9B15-274CD879B9BA}"/>
                </a:ext>
              </a:extLst>
            </p:cNvPr>
            <p:cNvGrpSpPr/>
            <p:nvPr/>
          </p:nvGrpSpPr>
          <p:grpSpPr>
            <a:xfrm>
              <a:off x="2690328" y="2921832"/>
              <a:ext cx="225946" cy="215044"/>
              <a:chOff x="2690328" y="2921832"/>
              <a:chExt cx="225946" cy="215044"/>
            </a:xfrm>
            <a:solidFill>
              <a:srgbClr val="FFFFFF"/>
            </a:solidFill>
          </p:grpSpPr>
          <p:sp>
            <p:nvSpPr>
              <p:cNvPr id="2080" name="자유형 2079">
                <a:extLst>
                  <a:ext uri="{FF2B5EF4-FFF2-40B4-BE49-F238E27FC236}">
                    <a16:creationId xmlns:a16="http://schemas.microsoft.com/office/drawing/2014/main" id="{C0C16B11-B98E-E5A8-B0A1-2CA69ED722D0}"/>
                  </a:ext>
                </a:extLst>
              </p:cNvPr>
              <p:cNvSpPr/>
              <p:nvPr/>
            </p:nvSpPr>
            <p:spPr>
              <a:xfrm>
                <a:off x="2690328" y="2921832"/>
                <a:ext cx="225946" cy="62952"/>
              </a:xfrm>
              <a:custGeom>
                <a:avLst/>
                <a:gdLst>
                  <a:gd name="csX0" fmla="*/ -1 w 225946"/>
                  <a:gd name="csY0" fmla="*/ 31475 h 62952"/>
                  <a:gd name="csX1" fmla="*/ 112972 w 225946"/>
                  <a:gd name="csY1" fmla="*/ -1 h 62952"/>
                  <a:gd name="csX2" fmla="*/ 225946 w 225946"/>
                  <a:gd name="csY2" fmla="*/ 31475 h 62952"/>
                  <a:gd name="csX3" fmla="*/ 112972 w 225946"/>
                  <a:gd name="csY3" fmla="*/ 62951 h 62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946" h="62952">
                    <a:moveTo>
                      <a:pt x="-1" y="31475"/>
                    </a:moveTo>
                    <a:lnTo>
                      <a:pt x="112972" y="-1"/>
                    </a:lnTo>
                    <a:lnTo>
                      <a:pt x="225946" y="31475"/>
                    </a:lnTo>
                    <a:lnTo>
                      <a:pt x="112972" y="62951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081" name="자유형 2080">
                <a:extLst>
                  <a:ext uri="{FF2B5EF4-FFF2-40B4-BE49-F238E27FC236}">
                    <a16:creationId xmlns:a16="http://schemas.microsoft.com/office/drawing/2014/main" id="{D13842C7-8235-19F5-04EC-5092D1C7558C}"/>
                  </a:ext>
                </a:extLst>
              </p:cNvPr>
              <p:cNvSpPr/>
              <p:nvPr/>
            </p:nvSpPr>
            <p:spPr>
              <a:xfrm>
                <a:off x="2690328" y="2965362"/>
                <a:ext cx="105780" cy="171515"/>
              </a:xfrm>
              <a:custGeom>
                <a:avLst/>
                <a:gdLst>
                  <a:gd name="csX0" fmla="*/ -1 w 105780"/>
                  <a:gd name="csY0" fmla="*/ -1 h 171515"/>
                  <a:gd name="csX1" fmla="*/ -1 w 105780"/>
                  <a:gd name="csY1" fmla="*/ 115493 h 171515"/>
                  <a:gd name="csX2" fmla="*/ 105258 w 105780"/>
                  <a:gd name="csY2" fmla="*/ 171514 h 171515"/>
                  <a:gd name="csX3" fmla="*/ 105779 w 105780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80" h="171515">
                    <a:moveTo>
                      <a:pt x="-1" y="-1"/>
                    </a:moveTo>
                    <a:lnTo>
                      <a:pt x="-1" y="115493"/>
                    </a:lnTo>
                    <a:lnTo>
                      <a:pt x="105258" y="171514"/>
                    </a:lnTo>
                    <a:lnTo>
                      <a:pt x="105779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082" name="자유형 2081">
                <a:extLst>
                  <a:ext uri="{FF2B5EF4-FFF2-40B4-BE49-F238E27FC236}">
                    <a16:creationId xmlns:a16="http://schemas.microsoft.com/office/drawing/2014/main" id="{B94544A5-B504-191E-64B3-2E537C86FC95}"/>
                  </a:ext>
                </a:extLst>
              </p:cNvPr>
              <p:cNvSpPr/>
              <p:nvPr/>
            </p:nvSpPr>
            <p:spPr>
              <a:xfrm>
                <a:off x="2810495" y="2965362"/>
                <a:ext cx="105779" cy="171515"/>
              </a:xfrm>
              <a:custGeom>
                <a:avLst/>
                <a:gdLst>
                  <a:gd name="csX0" fmla="*/ 105779 w 105779"/>
                  <a:gd name="csY0" fmla="*/ -1 h 171515"/>
                  <a:gd name="csX1" fmla="*/ 105779 w 105779"/>
                  <a:gd name="csY1" fmla="*/ 115493 h 171515"/>
                  <a:gd name="csX2" fmla="*/ 520 w 105779"/>
                  <a:gd name="csY2" fmla="*/ 171514 h 171515"/>
                  <a:gd name="csX3" fmla="*/ -1 w 105779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79" h="171515">
                    <a:moveTo>
                      <a:pt x="105779" y="-1"/>
                    </a:moveTo>
                    <a:lnTo>
                      <a:pt x="105779" y="115493"/>
                    </a:lnTo>
                    <a:lnTo>
                      <a:pt x="520" y="171514"/>
                    </a:lnTo>
                    <a:lnTo>
                      <a:pt x="-1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</p:grpSp>
      <p:sp>
        <p:nvSpPr>
          <p:cNvPr id="2091" name="TextBox 2090">
            <a:extLst>
              <a:ext uri="{FF2B5EF4-FFF2-40B4-BE49-F238E27FC236}">
                <a16:creationId xmlns:a16="http://schemas.microsoft.com/office/drawing/2014/main" id="{EE3D532C-F6F4-AC3A-DB6D-30C95CB07BAC}"/>
              </a:ext>
            </a:extLst>
          </p:cNvPr>
          <p:cNvSpPr txBox="1"/>
          <p:nvPr/>
        </p:nvSpPr>
        <p:spPr>
          <a:xfrm>
            <a:off x="6452322" y="4271273"/>
            <a:ext cx="651139" cy="271220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algn="ctr">
              <a:defRPr/>
            </a:pPr>
            <a:r>
              <a:rPr lang="en-US" altLang="ko-KR" sz="800" dirty="0">
                <a:ln w="0"/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Instance M7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dirty="0">
                <a:ln w="0"/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AZ-3</a:t>
            </a:r>
          </a:p>
        </p:txBody>
      </p:sp>
      <p:grpSp>
        <p:nvGrpSpPr>
          <p:cNvPr id="2083" name="그룹 2082">
            <a:extLst>
              <a:ext uri="{FF2B5EF4-FFF2-40B4-BE49-F238E27FC236}">
                <a16:creationId xmlns:a16="http://schemas.microsoft.com/office/drawing/2014/main" id="{D74FC9EE-5940-BE00-F63E-03EF4D716ECF}"/>
              </a:ext>
            </a:extLst>
          </p:cNvPr>
          <p:cNvGrpSpPr/>
          <p:nvPr/>
        </p:nvGrpSpPr>
        <p:grpSpPr>
          <a:xfrm>
            <a:off x="6637621" y="4565666"/>
            <a:ext cx="385508" cy="359403"/>
            <a:chOff x="2521941" y="2777585"/>
            <a:chExt cx="562717" cy="524612"/>
          </a:xfrm>
        </p:grpSpPr>
        <p:sp>
          <p:nvSpPr>
            <p:cNvPr id="2084" name="자유형 2083">
              <a:extLst>
                <a:ext uri="{FF2B5EF4-FFF2-40B4-BE49-F238E27FC236}">
                  <a16:creationId xmlns:a16="http://schemas.microsoft.com/office/drawing/2014/main" id="{8B13D2C0-7458-510C-00B1-35E781FA6A8E}"/>
                </a:ext>
              </a:extLst>
            </p:cNvPr>
            <p:cNvSpPr/>
            <p:nvPr/>
          </p:nvSpPr>
          <p:spPr>
            <a:xfrm>
              <a:off x="2536765" y="2791426"/>
              <a:ext cx="533061" cy="496944"/>
            </a:xfrm>
            <a:custGeom>
              <a:avLst/>
              <a:gdLst>
                <a:gd name="csX0" fmla="*/ 264699 w 533061"/>
                <a:gd name="csY0" fmla="*/ 40 h 496944"/>
                <a:gd name="csX1" fmla="*/ 251118 w 533061"/>
                <a:gd name="csY1" fmla="*/ 3342 h 496944"/>
                <a:gd name="csX2" fmla="*/ 65799 w 533061"/>
                <a:gd name="csY2" fmla="*/ 88417 h 496944"/>
                <a:gd name="csX3" fmla="*/ 46626 w 533061"/>
                <a:gd name="csY3" fmla="*/ 111325 h 496944"/>
                <a:gd name="csX4" fmla="*/ 907 w 533061"/>
                <a:gd name="csY4" fmla="*/ 302424 h 496944"/>
                <a:gd name="csX5" fmla="*/ 5717 w 533061"/>
                <a:gd name="csY5" fmla="*/ 328315 h 496944"/>
                <a:gd name="csX6" fmla="*/ 7731 w 533061"/>
                <a:gd name="csY6" fmla="*/ 331001 h 496944"/>
                <a:gd name="csX7" fmla="*/ 136001 w 533061"/>
                <a:gd name="csY7" fmla="*/ 484232 h 496944"/>
                <a:gd name="csX8" fmla="*/ 163708 w 533061"/>
                <a:gd name="csY8" fmla="*/ 496940 h 496944"/>
                <a:gd name="csX9" fmla="*/ 369410 w 533061"/>
                <a:gd name="csY9" fmla="*/ 496895 h 496944"/>
                <a:gd name="csX10" fmla="*/ 397116 w 533061"/>
                <a:gd name="csY10" fmla="*/ 484208 h 496944"/>
                <a:gd name="csX11" fmla="*/ 525339 w 533061"/>
                <a:gd name="csY11" fmla="*/ 330958 h 496944"/>
                <a:gd name="csX12" fmla="*/ 532189 w 533061"/>
                <a:gd name="csY12" fmla="*/ 302378 h 496944"/>
                <a:gd name="csX13" fmla="*/ 486398 w 533061"/>
                <a:gd name="csY13" fmla="*/ 111279 h 496944"/>
                <a:gd name="csX14" fmla="*/ 467224 w 533061"/>
                <a:gd name="csY14" fmla="*/ 88371 h 496944"/>
                <a:gd name="csX15" fmla="*/ 281882 w 533061"/>
                <a:gd name="csY15" fmla="*/ 3342 h 496944"/>
                <a:gd name="csX16" fmla="*/ 264699 w 533061"/>
                <a:gd name="csY16" fmla="*/ 40 h 496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33061" h="496944">
                  <a:moveTo>
                    <a:pt x="264699" y="40"/>
                  </a:moveTo>
                  <a:cubicBezTo>
                    <a:pt x="259986" y="268"/>
                    <a:pt x="255369" y="1391"/>
                    <a:pt x="251118" y="3342"/>
                  </a:cubicBezTo>
                  <a:lnTo>
                    <a:pt x="65799" y="88417"/>
                  </a:lnTo>
                  <a:cubicBezTo>
                    <a:pt x="56084" y="92875"/>
                    <a:pt x="49026" y="101307"/>
                    <a:pt x="46626" y="111325"/>
                  </a:cubicBezTo>
                  <a:lnTo>
                    <a:pt x="907" y="302424"/>
                  </a:lnTo>
                  <a:cubicBezTo>
                    <a:pt x="-1227" y="311320"/>
                    <a:pt x="508" y="320660"/>
                    <a:pt x="5717" y="328315"/>
                  </a:cubicBezTo>
                  <a:cubicBezTo>
                    <a:pt x="6341" y="329242"/>
                    <a:pt x="7015" y="330140"/>
                    <a:pt x="7731" y="331001"/>
                  </a:cubicBezTo>
                  <a:lnTo>
                    <a:pt x="136001" y="484232"/>
                  </a:lnTo>
                  <a:cubicBezTo>
                    <a:pt x="142727" y="492264"/>
                    <a:pt x="152926" y="496940"/>
                    <a:pt x="163708" y="496940"/>
                  </a:cubicBezTo>
                  <a:lnTo>
                    <a:pt x="369410" y="496895"/>
                  </a:lnTo>
                  <a:cubicBezTo>
                    <a:pt x="380189" y="496901"/>
                    <a:pt x="390386" y="492234"/>
                    <a:pt x="397116" y="484208"/>
                  </a:cubicBezTo>
                  <a:lnTo>
                    <a:pt x="525339" y="330958"/>
                  </a:lnTo>
                  <a:cubicBezTo>
                    <a:pt x="532068" y="322920"/>
                    <a:pt x="534589" y="312403"/>
                    <a:pt x="532189" y="302378"/>
                  </a:cubicBezTo>
                  <a:lnTo>
                    <a:pt x="486398" y="111279"/>
                  </a:lnTo>
                  <a:cubicBezTo>
                    <a:pt x="483997" y="101261"/>
                    <a:pt x="476940" y="92829"/>
                    <a:pt x="467224" y="88371"/>
                  </a:cubicBezTo>
                  <a:lnTo>
                    <a:pt x="281882" y="3342"/>
                  </a:lnTo>
                  <a:cubicBezTo>
                    <a:pt x="276534" y="887"/>
                    <a:pt x="270626" y="-248"/>
                    <a:pt x="264699" y="40"/>
                  </a:cubicBezTo>
                  <a:close/>
                </a:path>
              </a:pathLst>
            </a:custGeom>
            <a:solidFill>
              <a:srgbClr val="326CE5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2085" name="자유형 2084">
              <a:extLst>
                <a:ext uri="{FF2B5EF4-FFF2-40B4-BE49-F238E27FC236}">
                  <a16:creationId xmlns:a16="http://schemas.microsoft.com/office/drawing/2014/main" id="{E2EE325C-F73D-BBE1-B6CB-CC6207A5F0B3}"/>
                </a:ext>
              </a:extLst>
            </p:cNvPr>
            <p:cNvSpPr/>
            <p:nvPr/>
          </p:nvSpPr>
          <p:spPr>
            <a:xfrm>
              <a:off x="2521941" y="2777585"/>
              <a:ext cx="562717" cy="524612"/>
            </a:xfrm>
            <a:custGeom>
              <a:avLst/>
              <a:gdLst>
                <a:gd name="csX0" fmla="*/ 279424 w 562717"/>
                <a:gd name="csY0" fmla="*/ 43 h 524612"/>
                <a:gd name="csX1" fmla="*/ 265108 w 562717"/>
                <a:gd name="csY1" fmla="*/ 3550 h 524612"/>
                <a:gd name="csX2" fmla="*/ 69455 w 562717"/>
                <a:gd name="csY2" fmla="*/ 93339 h 524612"/>
                <a:gd name="csX3" fmla="*/ 49215 w 562717"/>
                <a:gd name="csY3" fmla="*/ 117522 h 524612"/>
                <a:gd name="csX4" fmla="*/ 960 w 562717"/>
                <a:gd name="csY4" fmla="*/ 319256 h 524612"/>
                <a:gd name="csX5" fmla="*/ 6033 w 562717"/>
                <a:gd name="csY5" fmla="*/ 346603 h 524612"/>
                <a:gd name="csX6" fmla="*/ 8164 w 562717"/>
                <a:gd name="csY6" fmla="*/ 349427 h 524612"/>
                <a:gd name="csX7" fmla="*/ 143568 w 562717"/>
                <a:gd name="csY7" fmla="*/ 511198 h 524612"/>
                <a:gd name="csX8" fmla="*/ 172817 w 562717"/>
                <a:gd name="csY8" fmla="*/ 524609 h 524612"/>
                <a:gd name="csX9" fmla="*/ 389965 w 562717"/>
                <a:gd name="csY9" fmla="*/ 524563 h 524612"/>
                <a:gd name="csX10" fmla="*/ 419213 w 562717"/>
                <a:gd name="csY10" fmla="*/ 511174 h 524612"/>
                <a:gd name="csX11" fmla="*/ 554569 w 562717"/>
                <a:gd name="csY11" fmla="*/ 349381 h 524612"/>
                <a:gd name="csX12" fmla="*/ 561798 w 562717"/>
                <a:gd name="csY12" fmla="*/ 319231 h 524612"/>
                <a:gd name="csX13" fmla="*/ 513472 w 562717"/>
                <a:gd name="csY13" fmla="*/ 117476 h 524612"/>
                <a:gd name="csX14" fmla="*/ 493231 w 562717"/>
                <a:gd name="csY14" fmla="*/ 93316 h 524612"/>
                <a:gd name="csX15" fmla="*/ 297579 w 562717"/>
                <a:gd name="csY15" fmla="*/ 3527 h 524612"/>
                <a:gd name="csX16" fmla="*/ 279424 w 562717"/>
                <a:gd name="csY16" fmla="*/ 43 h 524612"/>
                <a:gd name="csX17" fmla="*/ 279519 w 562717"/>
                <a:gd name="csY17" fmla="*/ 13889 h 524612"/>
                <a:gd name="csX18" fmla="*/ 296702 w 562717"/>
                <a:gd name="csY18" fmla="*/ 17190 h 524612"/>
                <a:gd name="csX19" fmla="*/ 482044 w 562717"/>
                <a:gd name="csY19" fmla="*/ 102219 h 524612"/>
                <a:gd name="csX20" fmla="*/ 501218 w 562717"/>
                <a:gd name="csY20" fmla="*/ 125128 h 524612"/>
                <a:gd name="csX21" fmla="*/ 547009 w 562717"/>
                <a:gd name="csY21" fmla="*/ 316228 h 524612"/>
                <a:gd name="csX22" fmla="*/ 540159 w 562717"/>
                <a:gd name="csY22" fmla="*/ 344805 h 524612"/>
                <a:gd name="csX23" fmla="*/ 411936 w 562717"/>
                <a:gd name="csY23" fmla="*/ 498058 h 524612"/>
                <a:gd name="csX24" fmla="*/ 384230 w 562717"/>
                <a:gd name="csY24" fmla="*/ 510742 h 524612"/>
                <a:gd name="csX25" fmla="*/ 178530 w 562717"/>
                <a:gd name="csY25" fmla="*/ 510787 h 524612"/>
                <a:gd name="csX26" fmla="*/ 150823 w 562717"/>
                <a:gd name="csY26" fmla="*/ 498082 h 524612"/>
                <a:gd name="csX27" fmla="*/ 22553 w 562717"/>
                <a:gd name="csY27" fmla="*/ 344851 h 524612"/>
                <a:gd name="csX28" fmla="*/ 20539 w 562717"/>
                <a:gd name="csY28" fmla="*/ 342164 h 524612"/>
                <a:gd name="csX29" fmla="*/ 15726 w 562717"/>
                <a:gd name="csY29" fmla="*/ 316274 h 524612"/>
                <a:gd name="csX30" fmla="*/ 61444 w 562717"/>
                <a:gd name="csY30" fmla="*/ 125173 h 524612"/>
                <a:gd name="csX31" fmla="*/ 80621 w 562717"/>
                <a:gd name="csY31" fmla="*/ 102265 h 524612"/>
                <a:gd name="csX32" fmla="*/ 265938 w 562717"/>
                <a:gd name="csY32" fmla="*/ 17190 h 524612"/>
                <a:gd name="csX33" fmla="*/ 279519 w 562717"/>
                <a:gd name="csY33" fmla="*/ 13889 h 52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62717" h="524612">
                  <a:moveTo>
                    <a:pt x="279424" y="43"/>
                  </a:moveTo>
                  <a:cubicBezTo>
                    <a:pt x="274455" y="293"/>
                    <a:pt x="269588" y="1485"/>
                    <a:pt x="265108" y="3550"/>
                  </a:cubicBezTo>
                  <a:lnTo>
                    <a:pt x="69455" y="93339"/>
                  </a:lnTo>
                  <a:cubicBezTo>
                    <a:pt x="59199" y="98045"/>
                    <a:pt x="51751" y="106946"/>
                    <a:pt x="49215" y="117522"/>
                  </a:cubicBezTo>
                  <a:lnTo>
                    <a:pt x="960" y="319256"/>
                  </a:lnTo>
                  <a:cubicBezTo>
                    <a:pt x="-1298" y="328650"/>
                    <a:pt x="533" y="338517"/>
                    <a:pt x="6033" y="346603"/>
                  </a:cubicBezTo>
                  <a:cubicBezTo>
                    <a:pt x="6695" y="347577"/>
                    <a:pt x="7407" y="348520"/>
                    <a:pt x="8164" y="349427"/>
                  </a:cubicBezTo>
                  <a:lnTo>
                    <a:pt x="143568" y="511198"/>
                  </a:lnTo>
                  <a:cubicBezTo>
                    <a:pt x="150671" y="519674"/>
                    <a:pt x="161434" y="524612"/>
                    <a:pt x="172817" y="524609"/>
                  </a:cubicBezTo>
                  <a:lnTo>
                    <a:pt x="389965" y="524563"/>
                  </a:lnTo>
                  <a:cubicBezTo>
                    <a:pt x="401344" y="524572"/>
                    <a:pt x="412107" y="519644"/>
                    <a:pt x="419213" y="511174"/>
                  </a:cubicBezTo>
                  <a:lnTo>
                    <a:pt x="554569" y="349381"/>
                  </a:lnTo>
                  <a:cubicBezTo>
                    <a:pt x="561666" y="340902"/>
                    <a:pt x="564327" y="329806"/>
                    <a:pt x="561798" y="319231"/>
                  </a:cubicBezTo>
                  <a:lnTo>
                    <a:pt x="513472" y="117476"/>
                  </a:lnTo>
                  <a:cubicBezTo>
                    <a:pt x="510931" y="106909"/>
                    <a:pt x="503482" y="98018"/>
                    <a:pt x="493231" y="93316"/>
                  </a:cubicBezTo>
                  <a:lnTo>
                    <a:pt x="297579" y="3527"/>
                  </a:lnTo>
                  <a:cubicBezTo>
                    <a:pt x="291929" y="934"/>
                    <a:pt x="285686" y="-264"/>
                    <a:pt x="279424" y="43"/>
                  </a:cubicBezTo>
                  <a:close/>
                  <a:moveTo>
                    <a:pt x="279519" y="13889"/>
                  </a:moveTo>
                  <a:cubicBezTo>
                    <a:pt x="285446" y="13600"/>
                    <a:pt x="291354" y="14736"/>
                    <a:pt x="296702" y="17190"/>
                  </a:cubicBezTo>
                  <a:lnTo>
                    <a:pt x="482044" y="102219"/>
                  </a:lnTo>
                  <a:cubicBezTo>
                    <a:pt x="491760" y="106678"/>
                    <a:pt x="498817" y="115109"/>
                    <a:pt x="501218" y="125128"/>
                  </a:cubicBezTo>
                  <a:lnTo>
                    <a:pt x="547009" y="316228"/>
                  </a:lnTo>
                  <a:cubicBezTo>
                    <a:pt x="549410" y="326250"/>
                    <a:pt x="546888" y="336770"/>
                    <a:pt x="540159" y="344805"/>
                  </a:cubicBezTo>
                  <a:lnTo>
                    <a:pt x="411936" y="498058"/>
                  </a:lnTo>
                  <a:cubicBezTo>
                    <a:pt x="405206" y="506081"/>
                    <a:pt x="395009" y="510751"/>
                    <a:pt x="384230" y="510742"/>
                  </a:cubicBezTo>
                  <a:lnTo>
                    <a:pt x="178530" y="510787"/>
                  </a:lnTo>
                  <a:cubicBezTo>
                    <a:pt x="167745" y="510790"/>
                    <a:pt x="157548" y="506114"/>
                    <a:pt x="150823" y="498082"/>
                  </a:cubicBezTo>
                  <a:lnTo>
                    <a:pt x="22553" y="344851"/>
                  </a:lnTo>
                  <a:cubicBezTo>
                    <a:pt x="21834" y="343987"/>
                    <a:pt x="21162" y="343089"/>
                    <a:pt x="20539" y="342164"/>
                  </a:cubicBezTo>
                  <a:cubicBezTo>
                    <a:pt x="15330" y="334507"/>
                    <a:pt x="13594" y="325167"/>
                    <a:pt x="15726" y="316274"/>
                  </a:cubicBezTo>
                  <a:lnTo>
                    <a:pt x="61444" y="125173"/>
                  </a:lnTo>
                  <a:cubicBezTo>
                    <a:pt x="63847" y="115155"/>
                    <a:pt x="70902" y="106723"/>
                    <a:pt x="80621" y="102265"/>
                  </a:cubicBezTo>
                  <a:lnTo>
                    <a:pt x="265938" y="17190"/>
                  </a:lnTo>
                  <a:cubicBezTo>
                    <a:pt x="270189" y="15239"/>
                    <a:pt x="274806" y="14117"/>
                    <a:pt x="279519" y="1388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086" name="TextBox 2085">
              <a:extLst>
                <a:ext uri="{FF2B5EF4-FFF2-40B4-BE49-F238E27FC236}">
                  <a16:creationId xmlns:a16="http://schemas.microsoft.com/office/drawing/2014/main" id="{FF66DC51-C157-1392-28D7-0DE2F81F318E}"/>
                </a:ext>
              </a:extLst>
            </p:cNvPr>
            <p:cNvSpPr txBox="1"/>
            <p:nvPr/>
          </p:nvSpPr>
          <p:spPr>
            <a:xfrm>
              <a:off x="2725968" y="3166175"/>
              <a:ext cx="155148" cy="1068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sz="400" b="1" spc="0" baseline="0" dirty="0">
                  <a:ln/>
                  <a:solidFill>
                    <a:srgbClr val="FFFFFF"/>
                  </a:solidFill>
                  <a:latin typeface="SUIT" pitchFamily="2" charset="-127"/>
                  <a:ea typeface="SUIT" pitchFamily="2" charset="-127"/>
                  <a:cs typeface="Arial"/>
                  <a:sym typeface="Arial"/>
                  <a:rtl val="0"/>
                </a:rPr>
                <a:t>pod</a:t>
              </a:r>
            </a:p>
          </p:txBody>
        </p:sp>
        <p:grpSp>
          <p:nvGrpSpPr>
            <p:cNvPr id="2087" name="그래픽 2">
              <a:extLst>
                <a:ext uri="{FF2B5EF4-FFF2-40B4-BE49-F238E27FC236}">
                  <a16:creationId xmlns:a16="http://schemas.microsoft.com/office/drawing/2014/main" id="{30030FAF-31F6-8DD7-EC05-26943BFE3DCC}"/>
                </a:ext>
              </a:extLst>
            </p:cNvPr>
            <p:cNvGrpSpPr/>
            <p:nvPr/>
          </p:nvGrpSpPr>
          <p:grpSpPr>
            <a:xfrm>
              <a:off x="2690328" y="2921832"/>
              <a:ext cx="225946" cy="215044"/>
              <a:chOff x="2690328" y="2921832"/>
              <a:chExt cx="225946" cy="215044"/>
            </a:xfrm>
            <a:solidFill>
              <a:srgbClr val="FFFFFF"/>
            </a:solidFill>
          </p:grpSpPr>
          <p:sp>
            <p:nvSpPr>
              <p:cNvPr id="2088" name="자유형 2087">
                <a:extLst>
                  <a:ext uri="{FF2B5EF4-FFF2-40B4-BE49-F238E27FC236}">
                    <a16:creationId xmlns:a16="http://schemas.microsoft.com/office/drawing/2014/main" id="{60888C6F-2C21-61DE-0EAC-BAB6C43EE206}"/>
                  </a:ext>
                </a:extLst>
              </p:cNvPr>
              <p:cNvSpPr/>
              <p:nvPr/>
            </p:nvSpPr>
            <p:spPr>
              <a:xfrm>
                <a:off x="2690328" y="2921832"/>
                <a:ext cx="225946" cy="62952"/>
              </a:xfrm>
              <a:custGeom>
                <a:avLst/>
                <a:gdLst>
                  <a:gd name="csX0" fmla="*/ -1 w 225946"/>
                  <a:gd name="csY0" fmla="*/ 31475 h 62952"/>
                  <a:gd name="csX1" fmla="*/ 112972 w 225946"/>
                  <a:gd name="csY1" fmla="*/ -1 h 62952"/>
                  <a:gd name="csX2" fmla="*/ 225946 w 225946"/>
                  <a:gd name="csY2" fmla="*/ 31475 h 62952"/>
                  <a:gd name="csX3" fmla="*/ 112972 w 225946"/>
                  <a:gd name="csY3" fmla="*/ 62951 h 62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946" h="62952">
                    <a:moveTo>
                      <a:pt x="-1" y="31475"/>
                    </a:moveTo>
                    <a:lnTo>
                      <a:pt x="112972" y="-1"/>
                    </a:lnTo>
                    <a:lnTo>
                      <a:pt x="225946" y="31475"/>
                    </a:lnTo>
                    <a:lnTo>
                      <a:pt x="112972" y="62951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089" name="자유형 2088">
                <a:extLst>
                  <a:ext uri="{FF2B5EF4-FFF2-40B4-BE49-F238E27FC236}">
                    <a16:creationId xmlns:a16="http://schemas.microsoft.com/office/drawing/2014/main" id="{B5339FBA-3B82-D53E-3396-1950481222B6}"/>
                  </a:ext>
                </a:extLst>
              </p:cNvPr>
              <p:cNvSpPr/>
              <p:nvPr/>
            </p:nvSpPr>
            <p:spPr>
              <a:xfrm>
                <a:off x="2690328" y="2965362"/>
                <a:ext cx="105780" cy="171515"/>
              </a:xfrm>
              <a:custGeom>
                <a:avLst/>
                <a:gdLst>
                  <a:gd name="csX0" fmla="*/ -1 w 105780"/>
                  <a:gd name="csY0" fmla="*/ -1 h 171515"/>
                  <a:gd name="csX1" fmla="*/ -1 w 105780"/>
                  <a:gd name="csY1" fmla="*/ 115493 h 171515"/>
                  <a:gd name="csX2" fmla="*/ 105258 w 105780"/>
                  <a:gd name="csY2" fmla="*/ 171514 h 171515"/>
                  <a:gd name="csX3" fmla="*/ 105779 w 105780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80" h="171515">
                    <a:moveTo>
                      <a:pt x="-1" y="-1"/>
                    </a:moveTo>
                    <a:lnTo>
                      <a:pt x="-1" y="115493"/>
                    </a:lnTo>
                    <a:lnTo>
                      <a:pt x="105258" y="171514"/>
                    </a:lnTo>
                    <a:lnTo>
                      <a:pt x="105779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090" name="자유형 2089">
                <a:extLst>
                  <a:ext uri="{FF2B5EF4-FFF2-40B4-BE49-F238E27FC236}">
                    <a16:creationId xmlns:a16="http://schemas.microsoft.com/office/drawing/2014/main" id="{9B89518C-8D52-CF90-20E1-D28B32C0CFE1}"/>
                  </a:ext>
                </a:extLst>
              </p:cNvPr>
              <p:cNvSpPr/>
              <p:nvPr/>
            </p:nvSpPr>
            <p:spPr>
              <a:xfrm>
                <a:off x="2810495" y="2965362"/>
                <a:ext cx="105779" cy="171515"/>
              </a:xfrm>
              <a:custGeom>
                <a:avLst/>
                <a:gdLst>
                  <a:gd name="csX0" fmla="*/ 105779 w 105779"/>
                  <a:gd name="csY0" fmla="*/ -1 h 171515"/>
                  <a:gd name="csX1" fmla="*/ 105779 w 105779"/>
                  <a:gd name="csY1" fmla="*/ 115493 h 171515"/>
                  <a:gd name="csX2" fmla="*/ 520 w 105779"/>
                  <a:gd name="csY2" fmla="*/ 171514 h 171515"/>
                  <a:gd name="csX3" fmla="*/ -1 w 105779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79" h="171515">
                    <a:moveTo>
                      <a:pt x="105779" y="-1"/>
                    </a:moveTo>
                    <a:lnTo>
                      <a:pt x="105779" y="115493"/>
                    </a:lnTo>
                    <a:lnTo>
                      <a:pt x="520" y="171514"/>
                    </a:lnTo>
                    <a:lnTo>
                      <a:pt x="-1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</p:grpSp>
      <p:sp>
        <p:nvSpPr>
          <p:cNvPr id="2096" name="직사각형 2095">
            <a:extLst>
              <a:ext uri="{FF2B5EF4-FFF2-40B4-BE49-F238E27FC236}">
                <a16:creationId xmlns:a16="http://schemas.microsoft.com/office/drawing/2014/main" id="{161754E8-8EFD-0EF3-EE8B-0ED481A79110}"/>
              </a:ext>
            </a:extLst>
          </p:cNvPr>
          <p:cNvSpPr/>
          <p:nvPr/>
        </p:nvSpPr>
        <p:spPr>
          <a:xfrm>
            <a:off x="6166943" y="4258987"/>
            <a:ext cx="285380" cy="285380"/>
          </a:xfrm>
          <a:prstGeom prst="rect">
            <a:avLst/>
          </a:prstGeom>
          <a:solidFill>
            <a:schemeClr val="accent2"/>
          </a:solidFill>
          <a:ln w="6906" cap="flat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097" name="자유형 2096">
            <a:extLst>
              <a:ext uri="{FF2B5EF4-FFF2-40B4-BE49-F238E27FC236}">
                <a16:creationId xmlns:a16="http://schemas.microsoft.com/office/drawing/2014/main" id="{66E2A27B-DCB3-E2DD-AB54-0922E69F88F4}"/>
              </a:ext>
            </a:extLst>
          </p:cNvPr>
          <p:cNvSpPr/>
          <p:nvPr/>
        </p:nvSpPr>
        <p:spPr>
          <a:xfrm>
            <a:off x="6212516" y="4307730"/>
            <a:ext cx="192631" cy="192631"/>
          </a:xfrm>
          <a:custGeom>
            <a:avLst/>
            <a:gdLst>
              <a:gd name="csX0" fmla="*/ 8133 w 192631"/>
              <a:gd name="csY0" fmla="*/ 99883 h 192631"/>
              <a:gd name="csX1" fmla="*/ 0 w 192631"/>
              <a:gd name="csY1" fmla="*/ 99883 h 192631"/>
              <a:gd name="csX2" fmla="*/ 0 w 192631"/>
              <a:gd name="csY2" fmla="*/ 92749 h 192631"/>
              <a:gd name="csX3" fmla="*/ 8133 w 192631"/>
              <a:gd name="csY3" fmla="*/ 92749 h 192631"/>
              <a:gd name="csX4" fmla="*/ 24693 w 192631"/>
              <a:gd name="csY4" fmla="*/ 44605 h 192631"/>
              <a:gd name="csX5" fmla="*/ 30479 w 192631"/>
              <a:gd name="csY5" fmla="*/ 48786 h 192631"/>
              <a:gd name="csX6" fmla="*/ 15268 w 192631"/>
              <a:gd name="csY6" fmla="*/ 92749 h 192631"/>
              <a:gd name="csX7" fmla="*/ 21404 w 192631"/>
              <a:gd name="csY7" fmla="*/ 92749 h 192631"/>
              <a:gd name="csX8" fmla="*/ 21404 w 192631"/>
              <a:gd name="csY8" fmla="*/ 99883 h 192631"/>
              <a:gd name="csX9" fmla="*/ 15268 w 192631"/>
              <a:gd name="csY9" fmla="*/ 99883 h 192631"/>
              <a:gd name="csX10" fmla="*/ 30479 w 192631"/>
              <a:gd name="csY10" fmla="*/ 143846 h 192631"/>
              <a:gd name="csX11" fmla="*/ 24693 w 192631"/>
              <a:gd name="csY11" fmla="*/ 148027 h 192631"/>
              <a:gd name="csX12" fmla="*/ 8133 w 192631"/>
              <a:gd name="csY12" fmla="*/ 99883 h 192631"/>
              <a:gd name="csX13" fmla="*/ 8133 w 192631"/>
              <a:gd name="csY13" fmla="*/ 99883 h 192631"/>
              <a:gd name="csX14" fmla="*/ 148027 w 192631"/>
              <a:gd name="csY14" fmla="*/ 167939 h 192631"/>
              <a:gd name="csX15" fmla="*/ 99883 w 192631"/>
              <a:gd name="csY15" fmla="*/ 184498 h 192631"/>
              <a:gd name="csX16" fmla="*/ 99883 w 192631"/>
              <a:gd name="csY16" fmla="*/ 192632 h 192631"/>
              <a:gd name="csX17" fmla="*/ 92749 w 192631"/>
              <a:gd name="csY17" fmla="*/ 192632 h 192631"/>
              <a:gd name="csX18" fmla="*/ 92749 w 192631"/>
              <a:gd name="csY18" fmla="*/ 184498 h 192631"/>
              <a:gd name="csX19" fmla="*/ 44605 w 192631"/>
              <a:gd name="csY19" fmla="*/ 167939 h 192631"/>
              <a:gd name="csX20" fmla="*/ 48786 w 192631"/>
              <a:gd name="csY20" fmla="*/ 162160 h 192631"/>
              <a:gd name="csX21" fmla="*/ 92749 w 192631"/>
              <a:gd name="csY21" fmla="*/ 177364 h 192631"/>
              <a:gd name="csX22" fmla="*/ 92749 w 192631"/>
              <a:gd name="csY22" fmla="*/ 171228 h 192631"/>
              <a:gd name="csX23" fmla="*/ 99883 w 192631"/>
              <a:gd name="csY23" fmla="*/ 171228 h 192631"/>
              <a:gd name="csX24" fmla="*/ 99883 w 192631"/>
              <a:gd name="csY24" fmla="*/ 177364 h 192631"/>
              <a:gd name="csX25" fmla="*/ 143846 w 192631"/>
              <a:gd name="csY25" fmla="*/ 162160 h 192631"/>
              <a:gd name="csX26" fmla="*/ 148027 w 192631"/>
              <a:gd name="csY26" fmla="*/ 167939 h 192631"/>
              <a:gd name="csX27" fmla="*/ 44605 w 192631"/>
              <a:gd name="csY27" fmla="*/ 24693 h 192631"/>
              <a:gd name="csX28" fmla="*/ 92749 w 192631"/>
              <a:gd name="csY28" fmla="*/ 8133 h 192631"/>
              <a:gd name="csX29" fmla="*/ 92749 w 192631"/>
              <a:gd name="csY29" fmla="*/ 0 h 192631"/>
              <a:gd name="csX30" fmla="*/ 99883 w 192631"/>
              <a:gd name="csY30" fmla="*/ 0 h 192631"/>
              <a:gd name="csX31" fmla="*/ 99883 w 192631"/>
              <a:gd name="csY31" fmla="*/ 8133 h 192631"/>
              <a:gd name="csX32" fmla="*/ 148027 w 192631"/>
              <a:gd name="csY32" fmla="*/ 24693 h 192631"/>
              <a:gd name="csX33" fmla="*/ 143846 w 192631"/>
              <a:gd name="csY33" fmla="*/ 30471 h 192631"/>
              <a:gd name="csX34" fmla="*/ 99883 w 192631"/>
              <a:gd name="csY34" fmla="*/ 15268 h 192631"/>
              <a:gd name="csX35" fmla="*/ 99883 w 192631"/>
              <a:gd name="csY35" fmla="*/ 21404 h 192631"/>
              <a:gd name="csX36" fmla="*/ 92749 w 192631"/>
              <a:gd name="csY36" fmla="*/ 21404 h 192631"/>
              <a:gd name="csX37" fmla="*/ 92749 w 192631"/>
              <a:gd name="csY37" fmla="*/ 15268 h 192631"/>
              <a:gd name="csX38" fmla="*/ 48786 w 192631"/>
              <a:gd name="csY38" fmla="*/ 30471 h 192631"/>
              <a:gd name="csX39" fmla="*/ 44605 w 192631"/>
              <a:gd name="csY39" fmla="*/ 24693 h 192631"/>
              <a:gd name="csX40" fmla="*/ 192632 w 192631"/>
              <a:gd name="csY40" fmla="*/ 99883 h 192631"/>
              <a:gd name="csX41" fmla="*/ 184505 w 192631"/>
              <a:gd name="csY41" fmla="*/ 99883 h 192631"/>
              <a:gd name="csX42" fmla="*/ 167939 w 192631"/>
              <a:gd name="csY42" fmla="*/ 148027 h 192631"/>
              <a:gd name="csX43" fmla="*/ 162160 w 192631"/>
              <a:gd name="csY43" fmla="*/ 143846 h 192631"/>
              <a:gd name="csX44" fmla="*/ 177371 w 192631"/>
              <a:gd name="csY44" fmla="*/ 99883 h 192631"/>
              <a:gd name="csX45" fmla="*/ 171228 w 192631"/>
              <a:gd name="csY45" fmla="*/ 99883 h 192631"/>
              <a:gd name="csX46" fmla="*/ 171228 w 192631"/>
              <a:gd name="csY46" fmla="*/ 92749 h 192631"/>
              <a:gd name="csX47" fmla="*/ 177371 w 192631"/>
              <a:gd name="csY47" fmla="*/ 92749 h 192631"/>
              <a:gd name="csX48" fmla="*/ 162160 w 192631"/>
              <a:gd name="csY48" fmla="*/ 48786 h 192631"/>
              <a:gd name="csX49" fmla="*/ 167939 w 192631"/>
              <a:gd name="csY49" fmla="*/ 44605 h 192631"/>
              <a:gd name="csX50" fmla="*/ 184505 w 192631"/>
              <a:gd name="csY50" fmla="*/ 92749 h 192631"/>
              <a:gd name="csX51" fmla="*/ 192632 w 192631"/>
              <a:gd name="csY51" fmla="*/ 92749 h 192631"/>
              <a:gd name="csX52" fmla="*/ 192632 w 192631"/>
              <a:gd name="csY52" fmla="*/ 99883 h 192631"/>
              <a:gd name="csX53" fmla="*/ 147727 w 192631"/>
              <a:gd name="csY53" fmla="*/ 39860 h 192631"/>
              <a:gd name="csX54" fmla="*/ 174703 w 192631"/>
              <a:gd name="csY54" fmla="*/ 12892 h 192631"/>
              <a:gd name="csX55" fmla="*/ 179747 w 192631"/>
              <a:gd name="csY55" fmla="*/ 17936 h 192631"/>
              <a:gd name="csX56" fmla="*/ 152771 w 192631"/>
              <a:gd name="csY56" fmla="*/ 44905 h 192631"/>
              <a:gd name="csX57" fmla="*/ 147727 w 192631"/>
              <a:gd name="csY57" fmla="*/ 39860 h 192631"/>
              <a:gd name="csX58" fmla="*/ 44905 w 192631"/>
              <a:gd name="csY58" fmla="*/ 152771 h 192631"/>
              <a:gd name="csX59" fmla="*/ 17936 w 192631"/>
              <a:gd name="csY59" fmla="*/ 179739 h 192631"/>
              <a:gd name="csX60" fmla="*/ 12892 w 192631"/>
              <a:gd name="csY60" fmla="*/ 174695 h 192631"/>
              <a:gd name="csX61" fmla="*/ 39860 w 192631"/>
              <a:gd name="csY61" fmla="*/ 147727 h 192631"/>
              <a:gd name="csX62" fmla="*/ 44905 w 192631"/>
              <a:gd name="csY62" fmla="*/ 152771 h 192631"/>
              <a:gd name="csX63" fmla="*/ 129662 w 192631"/>
              <a:gd name="csY63" fmla="*/ 124618 h 192631"/>
              <a:gd name="csX64" fmla="*/ 179747 w 192631"/>
              <a:gd name="csY64" fmla="*/ 174695 h 192631"/>
              <a:gd name="csX65" fmla="*/ 174703 w 192631"/>
              <a:gd name="csY65" fmla="*/ 179739 h 192631"/>
              <a:gd name="csX66" fmla="*/ 124618 w 192631"/>
              <a:gd name="csY66" fmla="*/ 129662 h 192631"/>
              <a:gd name="csX67" fmla="*/ 129662 w 192631"/>
              <a:gd name="csY67" fmla="*/ 124618 h 192631"/>
              <a:gd name="csX68" fmla="*/ 62976 w 192631"/>
              <a:gd name="csY68" fmla="*/ 68013 h 192631"/>
              <a:gd name="csX69" fmla="*/ 12892 w 192631"/>
              <a:gd name="csY69" fmla="*/ 17936 h 192631"/>
              <a:gd name="csX70" fmla="*/ 17936 w 192631"/>
              <a:gd name="csY70" fmla="*/ 12892 h 192631"/>
              <a:gd name="csX71" fmla="*/ 68020 w 192631"/>
              <a:gd name="csY71" fmla="*/ 62969 h 192631"/>
              <a:gd name="csX72" fmla="*/ 62976 w 192631"/>
              <a:gd name="csY72" fmla="*/ 68013 h 192631"/>
              <a:gd name="csX73" fmla="*/ 135556 w 192631"/>
              <a:gd name="csY73" fmla="*/ 92749 h 192631"/>
              <a:gd name="csX74" fmla="*/ 135556 w 192631"/>
              <a:gd name="csY74" fmla="*/ 57076 h 192631"/>
              <a:gd name="csX75" fmla="*/ 99883 w 192631"/>
              <a:gd name="csY75" fmla="*/ 57076 h 192631"/>
              <a:gd name="csX76" fmla="*/ 99883 w 192631"/>
              <a:gd name="csY76" fmla="*/ 64211 h 192631"/>
              <a:gd name="csX77" fmla="*/ 92749 w 192631"/>
              <a:gd name="csY77" fmla="*/ 64211 h 192631"/>
              <a:gd name="csX78" fmla="*/ 92749 w 192631"/>
              <a:gd name="csY78" fmla="*/ 55300 h 192631"/>
              <a:gd name="csX79" fmla="*/ 98107 w 192631"/>
              <a:gd name="csY79" fmla="*/ 49942 h 192631"/>
              <a:gd name="csX80" fmla="*/ 137332 w 192631"/>
              <a:gd name="csY80" fmla="*/ 49942 h 192631"/>
              <a:gd name="csX81" fmla="*/ 142690 w 192631"/>
              <a:gd name="csY81" fmla="*/ 55300 h 192631"/>
              <a:gd name="csX82" fmla="*/ 142690 w 192631"/>
              <a:gd name="csY82" fmla="*/ 94525 h 192631"/>
              <a:gd name="csX83" fmla="*/ 137332 w 192631"/>
              <a:gd name="csY83" fmla="*/ 99883 h 192631"/>
              <a:gd name="csX84" fmla="*/ 128421 w 192631"/>
              <a:gd name="csY84" fmla="*/ 99883 h 192631"/>
              <a:gd name="csX85" fmla="*/ 128421 w 192631"/>
              <a:gd name="csY85" fmla="*/ 92749 h 192631"/>
              <a:gd name="csX86" fmla="*/ 135556 w 192631"/>
              <a:gd name="csY86" fmla="*/ 92749 h 192631"/>
              <a:gd name="csX87" fmla="*/ 57076 w 192631"/>
              <a:gd name="csY87" fmla="*/ 99883 h 192631"/>
              <a:gd name="csX88" fmla="*/ 57076 w 192631"/>
              <a:gd name="csY88" fmla="*/ 135556 h 192631"/>
              <a:gd name="csX89" fmla="*/ 92749 w 192631"/>
              <a:gd name="csY89" fmla="*/ 135556 h 192631"/>
              <a:gd name="csX90" fmla="*/ 92749 w 192631"/>
              <a:gd name="csY90" fmla="*/ 128421 h 192631"/>
              <a:gd name="csX91" fmla="*/ 99883 w 192631"/>
              <a:gd name="csY91" fmla="*/ 128421 h 192631"/>
              <a:gd name="csX92" fmla="*/ 99883 w 192631"/>
              <a:gd name="csY92" fmla="*/ 137332 h 192631"/>
              <a:gd name="csX93" fmla="*/ 94525 w 192631"/>
              <a:gd name="csY93" fmla="*/ 142690 h 192631"/>
              <a:gd name="csX94" fmla="*/ 55300 w 192631"/>
              <a:gd name="csY94" fmla="*/ 142690 h 192631"/>
              <a:gd name="csX95" fmla="*/ 49942 w 192631"/>
              <a:gd name="csY95" fmla="*/ 137332 h 192631"/>
              <a:gd name="csX96" fmla="*/ 49942 w 192631"/>
              <a:gd name="csY96" fmla="*/ 98107 h 192631"/>
              <a:gd name="csX97" fmla="*/ 55300 w 192631"/>
              <a:gd name="csY97" fmla="*/ 92749 h 192631"/>
              <a:gd name="csX98" fmla="*/ 64211 w 192631"/>
              <a:gd name="csY98" fmla="*/ 92749 h 192631"/>
              <a:gd name="csX99" fmla="*/ 64211 w 192631"/>
              <a:gd name="csY99" fmla="*/ 99883 h 192631"/>
              <a:gd name="csX100" fmla="*/ 57076 w 192631"/>
              <a:gd name="csY100" fmla="*/ 99883 h 192631"/>
              <a:gd name="csX101" fmla="*/ 78480 w 192631"/>
              <a:gd name="csY101" fmla="*/ 114152 h 192631"/>
              <a:gd name="csX102" fmla="*/ 114152 w 192631"/>
              <a:gd name="csY102" fmla="*/ 114152 h 192631"/>
              <a:gd name="csX103" fmla="*/ 114152 w 192631"/>
              <a:gd name="csY103" fmla="*/ 78480 h 192631"/>
              <a:gd name="csX104" fmla="*/ 78480 w 192631"/>
              <a:gd name="csY104" fmla="*/ 78480 h 192631"/>
              <a:gd name="csX105" fmla="*/ 78480 w 192631"/>
              <a:gd name="csY105" fmla="*/ 114152 h 192631"/>
              <a:gd name="csX106" fmla="*/ 121287 w 192631"/>
              <a:gd name="csY106" fmla="*/ 115072 h 192631"/>
              <a:gd name="csX107" fmla="*/ 121287 w 192631"/>
              <a:gd name="csY107" fmla="*/ 77559 h 192631"/>
              <a:gd name="csX108" fmla="*/ 115072 w 192631"/>
              <a:gd name="csY108" fmla="*/ 71345 h 192631"/>
              <a:gd name="csX109" fmla="*/ 77559 w 192631"/>
              <a:gd name="csY109" fmla="*/ 71345 h 192631"/>
              <a:gd name="csX110" fmla="*/ 71345 w 192631"/>
              <a:gd name="csY110" fmla="*/ 77559 h 192631"/>
              <a:gd name="csX111" fmla="*/ 71345 w 192631"/>
              <a:gd name="csY111" fmla="*/ 115072 h 192631"/>
              <a:gd name="csX112" fmla="*/ 77559 w 192631"/>
              <a:gd name="csY112" fmla="*/ 121287 h 192631"/>
              <a:gd name="csX113" fmla="*/ 115072 w 192631"/>
              <a:gd name="csY113" fmla="*/ 121287 h 192631"/>
              <a:gd name="csX114" fmla="*/ 121287 w 192631"/>
              <a:gd name="csY114" fmla="*/ 115072 h 192631"/>
              <a:gd name="csX115" fmla="*/ 121287 w 192631"/>
              <a:gd name="csY115" fmla="*/ 115072 h 1926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</a:cxnLst>
            <a:rect l="l" t="t" r="r" b="b"/>
            <a:pathLst>
              <a:path w="192631" h="192631">
                <a:moveTo>
                  <a:pt x="8133" y="99883"/>
                </a:moveTo>
                <a:lnTo>
                  <a:pt x="0" y="99883"/>
                </a:lnTo>
                <a:lnTo>
                  <a:pt x="0" y="92749"/>
                </a:lnTo>
                <a:lnTo>
                  <a:pt x="8133" y="92749"/>
                </a:lnTo>
                <a:cubicBezTo>
                  <a:pt x="8825" y="75326"/>
                  <a:pt x="14469" y="58738"/>
                  <a:pt x="24693" y="44605"/>
                </a:cubicBezTo>
                <a:lnTo>
                  <a:pt x="30479" y="48786"/>
                </a:lnTo>
                <a:cubicBezTo>
                  <a:pt x="21132" y="61692"/>
                  <a:pt x="15953" y="76839"/>
                  <a:pt x="15268" y="92749"/>
                </a:cubicBezTo>
                <a:lnTo>
                  <a:pt x="21404" y="92749"/>
                </a:lnTo>
                <a:lnTo>
                  <a:pt x="21404" y="99883"/>
                </a:lnTo>
                <a:lnTo>
                  <a:pt x="15268" y="99883"/>
                </a:lnTo>
                <a:cubicBezTo>
                  <a:pt x="15953" y="115793"/>
                  <a:pt x="21132" y="130939"/>
                  <a:pt x="30479" y="143846"/>
                </a:cubicBezTo>
                <a:lnTo>
                  <a:pt x="24693" y="148027"/>
                </a:lnTo>
                <a:cubicBezTo>
                  <a:pt x="14469" y="133893"/>
                  <a:pt x="8825" y="117305"/>
                  <a:pt x="8133" y="99883"/>
                </a:cubicBezTo>
                <a:lnTo>
                  <a:pt x="8133" y="99883"/>
                </a:lnTo>
                <a:close/>
                <a:moveTo>
                  <a:pt x="148027" y="167939"/>
                </a:moveTo>
                <a:cubicBezTo>
                  <a:pt x="133893" y="178170"/>
                  <a:pt x="117313" y="183813"/>
                  <a:pt x="99883" y="184498"/>
                </a:cubicBezTo>
                <a:lnTo>
                  <a:pt x="99883" y="192632"/>
                </a:lnTo>
                <a:lnTo>
                  <a:pt x="92749" y="192632"/>
                </a:lnTo>
                <a:lnTo>
                  <a:pt x="92749" y="184498"/>
                </a:lnTo>
                <a:cubicBezTo>
                  <a:pt x="75326" y="183813"/>
                  <a:pt x="58745" y="178170"/>
                  <a:pt x="44605" y="167939"/>
                </a:cubicBezTo>
                <a:lnTo>
                  <a:pt x="48786" y="162160"/>
                </a:lnTo>
                <a:cubicBezTo>
                  <a:pt x="61699" y="171499"/>
                  <a:pt x="76839" y="176686"/>
                  <a:pt x="92749" y="177364"/>
                </a:cubicBezTo>
                <a:lnTo>
                  <a:pt x="92749" y="171228"/>
                </a:lnTo>
                <a:lnTo>
                  <a:pt x="99883" y="171228"/>
                </a:lnTo>
                <a:lnTo>
                  <a:pt x="99883" y="177364"/>
                </a:lnTo>
                <a:cubicBezTo>
                  <a:pt x="115800" y="176686"/>
                  <a:pt x="130939" y="171499"/>
                  <a:pt x="143846" y="162160"/>
                </a:cubicBezTo>
                <a:lnTo>
                  <a:pt x="148027" y="167939"/>
                </a:lnTo>
                <a:close/>
                <a:moveTo>
                  <a:pt x="44605" y="24693"/>
                </a:moveTo>
                <a:cubicBezTo>
                  <a:pt x="58745" y="14462"/>
                  <a:pt x="75326" y="8818"/>
                  <a:pt x="92749" y="8133"/>
                </a:cubicBezTo>
                <a:lnTo>
                  <a:pt x="92749" y="0"/>
                </a:lnTo>
                <a:lnTo>
                  <a:pt x="99883" y="0"/>
                </a:lnTo>
                <a:lnTo>
                  <a:pt x="99883" y="8133"/>
                </a:lnTo>
                <a:cubicBezTo>
                  <a:pt x="117313" y="8818"/>
                  <a:pt x="133893" y="14462"/>
                  <a:pt x="148027" y="24693"/>
                </a:cubicBezTo>
                <a:lnTo>
                  <a:pt x="143846" y="30471"/>
                </a:lnTo>
                <a:cubicBezTo>
                  <a:pt x="130939" y="21132"/>
                  <a:pt x="115800" y="15946"/>
                  <a:pt x="99883" y="15268"/>
                </a:cubicBezTo>
                <a:lnTo>
                  <a:pt x="99883" y="21404"/>
                </a:lnTo>
                <a:lnTo>
                  <a:pt x="92749" y="21404"/>
                </a:lnTo>
                <a:lnTo>
                  <a:pt x="92749" y="15268"/>
                </a:lnTo>
                <a:cubicBezTo>
                  <a:pt x="76839" y="15946"/>
                  <a:pt x="61699" y="21132"/>
                  <a:pt x="48786" y="30471"/>
                </a:cubicBezTo>
                <a:lnTo>
                  <a:pt x="44605" y="24693"/>
                </a:lnTo>
                <a:close/>
                <a:moveTo>
                  <a:pt x="192632" y="99883"/>
                </a:moveTo>
                <a:lnTo>
                  <a:pt x="184505" y="99883"/>
                </a:lnTo>
                <a:cubicBezTo>
                  <a:pt x="183813" y="117305"/>
                  <a:pt x="178170" y="133893"/>
                  <a:pt x="167939" y="148027"/>
                </a:cubicBezTo>
                <a:lnTo>
                  <a:pt x="162160" y="143846"/>
                </a:lnTo>
                <a:cubicBezTo>
                  <a:pt x="171499" y="130939"/>
                  <a:pt x="176686" y="115793"/>
                  <a:pt x="177371" y="99883"/>
                </a:cubicBezTo>
                <a:lnTo>
                  <a:pt x="171228" y="99883"/>
                </a:lnTo>
                <a:lnTo>
                  <a:pt x="171228" y="92749"/>
                </a:lnTo>
                <a:lnTo>
                  <a:pt x="177371" y="92749"/>
                </a:lnTo>
                <a:cubicBezTo>
                  <a:pt x="176686" y="76839"/>
                  <a:pt x="171499" y="61692"/>
                  <a:pt x="162160" y="48786"/>
                </a:cubicBezTo>
                <a:lnTo>
                  <a:pt x="167939" y="44605"/>
                </a:lnTo>
                <a:cubicBezTo>
                  <a:pt x="178170" y="58738"/>
                  <a:pt x="183813" y="75326"/>
                  <a:pt x="184505" y="92749"/>
                </a:cubicBezTo>
                <a:lnTo>
                  <a:pt x="192632" y="92749"/>
                </a:lnTo>
                <a:lnTo>
                  <a:pt x="192632" y="99883"/>
                </a:lnTo>
                <a:close/>
                <a:moveTo>
                  <a:pt x="147727" y="39860"/>
                </a:moveTo>
                <a:lnTo>
                  <a:pt x="174703" y="12892"/>
                </a:lnTo>
                <a:lnTo>
                  <a:pt x="179747" y="17936"/>
                </a:lnTo>
                <a:lnTo>
                  <a:pt x="152771" y="44905"/>
                </a:lnTo>
                <a:lnTo>
                  <a:pt x="147727" y="39860"/>
                </a:lnTo>
                <a:close/>
                <a:moveTo>
                  <a:pt x="44905" y="152771"/>
                </a:moveTo>
                <a:lnTo>
                  <a:pt x="17936" y="179739"/>
                </a:lnTo>
                <a:lnTo>
                  <a:pt x="12892" y="174695"/>
                </a:lnTo>
                <a:lnTo>
                  <a:pt x="39860" y="147727"/>
                </a:lnTo>
                <a:lnTo>
                  <a:pt x="44905" y="152771"/>
                </a:lnTo>
                <a:close/>
                <a:moveTo>
                  <a:pt x="129662" y="124618"/>
                </a:moveTo>
                <a:lnTo>
                  <a:pt x="179747" y="174695"/>
                </a:lnTo>
                <a:lnTo>
                  <a:pt x="174703" y="179739"/>
                </a:lnTo>
                <a:lnTo>
                  <a:pt x="124618" y="129662"/>
                </a:lnTo>
                <a:lnTo>
                  <a:pt x="129662" y="124618"/>
                </a:lnTo>
                <a:close/>
                <a:moveTo>
                  <a:pt x="62976" y="68013"/>
                </a:moveTo>
                <a:lnTo>
                  <a:pt x="12892" y="17936"/>
                </a:lnTo>
                <a:lnTo>
                  <a:pt x="17936" y="12892"/>
                </a:lnTo>
                <a:lnTo>
                  <a:pt x="68020" y="62969"/>
                </a:lnTo>
                <a:lnTo>
                  <a:pt x="62976" y="68013"/>
                </a:lnTo>
                <a:close/>
                <a:moveTo>
                  <a:pt x="135556" y="92749"/>
                </a:moveTo>
                <a:lnTo>
                  <a:pt x="135556" y="57076"/>
                </a:lnTo>
                <a:lnTo>
                  <a:pt x="99883" y="57076"/>
                </a:lnTo>
                <a:lnTo>
                  <a:pt x="99883" y="64211"/>
                </a:lnTo>
                <a:lnTo>
                  <a:pt x="92749" y="64211"/>
                </a:lnTo>
                <a:lnTo>
                  <a:pt x="92749" y="55300"/>
                </a:lnTo>
                <a:cubicBezTo>
                  <a:pt x="92749" y="52346"/>
                  <a:pt x="95153" y="49942"/>
                  <a:pt x="98107" y="49942"/>
                </a:cubicBezTo>
                <a:lnTo>
                  <a:pt x="137332" y="49942"/>
                </a:lnTo>
                <a:cubicBezTo>
                  <a:pt x="140286" y="49942"/>
                  <a:pt x="142690" y="52346"/>
                  <a:pt x="142690" y="55300"/>
                </a:cubicBezTo>
                <a:lnTo>
                  <a:pt x="142690" y="94525"/>
                </a:lnTo>
                <a:cubicBezTo>
                  <a:pt x="142690" y="97479"/>
                  <a:pt x="140286" y="99883"/>
                  <a:pt x="137332" y="99883"/>
                </a:cubicBezTo>
                <a:lnTo>
                  <a:pt x="128421" y="99883"/>
                </a:lnTo>
                <a:lnTo>
                  <a:pt x="128421" y="92749"/>
                </a:lnTo>
                <a:lnTo>
                  <a:pt x="135556" y="92749"/>
                </a:lnTo>
                <a:close/>
                <a:moveTo>
                  <a:pt x="57076" y="99883"/>
                </a:moveTo>
                <a:lnTo>
                  <a:pt x="57076" y="135556"/>
                </a:lnTo>
                <a:lnTo>
                  <a:pt x="92749" y="135556"/>
                </a:lnTo>
                <a:lnTo>
                  <a:pt x="92749" y="128421"/>
                </a:lnTo>
                <a:lnTo>
                  <a:pt x="99883" y="128421"/>
                </a:lnTo>
                <a:lnTo>
                  <a:pt x="99883" y="137332"/>
                </a:lnTo>
                <a:cubicBezTo>
                  <a:pt x="99883" y="140286"/>
                  <a:pt x="97479" y="142690"/>
                  <a:pt x="94525" y="142690"/>
                </a:cubicBezTo>
                <a:lnTo>
                  <a:pt x="55300" y="142690"/>
                </a:lnTo>
                <a:cubicBezTo>
                  <a:pt x="52346" y="142690"/>
                  <a:pt x="49942" y="140286"/>
                  <a:pt x="49942" y="137332"/>
                </a:cubicBezTo>
                <a:lnTo>
                  <a:pt x="49942" y="98107"/>
                </a:lnTo>
                <a:cubicBezTo>
                  <a:pt x="49942" y="95153"/>
                  <a:pt x="52346" y="92749"/>
                  <a:pt x="55300" y="92749"/>
                </a:cubicBezTo>
                <a:lnTo>
                  <a:pt x="64211" y="92749"/>
                </a:lnTo>
                <a:lnTo>
                  <a:pt x="64211" y="99883"/>
                </a:lnTo>
                <a:lnTo>
                  <a:pt x="57076" y="99883"/>
                </a:lnTo>
                <a:close/>
                <a:moveTo>
                  <a:pt x="78480" y="114152"/>
                </a:moveTo>
                <a:lnTo>
                  <a:pt x="114152" y="114152"/>
                </a:lnTo>
                <a:lnTo>
                  <a:pt x="114152" y="78480"/>
                </a:lnTo>
                <a:lnTo>
                  <a:pt x="78480" y="78480"/>
                </a:lnTo>
                <a:lnTo>
                  <a:pt x="78480" y="114152"/>
                </a:lnTo>
                <a:close/>
                <a:moveTo>
                  <a:pt x="121287" y="115072"/>
                </a:moveTo>
                <a:lnTo>
                  <a:pt x="121287" y="77559"/>
                </a:lnTo>
                <a:cubicBezTo>
                  <a:pt x="121287" y="74135"/>
                  <a:pt x="118504" y="71345"/>
                  <a:pt x="115072" y="71345"/>
                </a:cubicBezTo>
                <a:lnTo>
                  <a:pt x="77559" y="71345"/>
                </a:lnTo>
                <a:cubicBezTo>
                  <a:pt x="74135" y="71345"/>
                  <a:pt x="71345" y="74135"/>
                  <a:pt x="71345" y="77559"/>
                </a:cubicBezTo>
                <a:lnTo>
                  <a:pt x="71345" y="115072"/>
                </a:lnTo>
                <a:cubicBezTo>
                  <a:pt x="71345" y="118497"/>
                  <a:pt x="74135" y="121287"/>
                  <a:pt x="77559" y="121287"/>
                </a:cubicBezTo>
                <a:lnTo>
                  <a:pt x="115072" y="121287"/>
                </a:lnTo>
                <a:cubicBezTo>
                  <a:pt x="118504" y="121287"/>
                  <a:pt x="121287" y="118497"/>
                  <a:pt x="121287" y="115072"/>
                </a:cubicBezTo>
                <a:lnTo>
                  <a:pt x="121287" y="115072"/>
                </a:lnTo>
                <a:close/>
              </a:path>
            </a:pathLst>
          </a:custGeom>
          <a:solidFill>
            <a:srgbClr val="FFFFFF"/>
          </a:solidFill>
          <a:ln w="6906" cap="flat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Rectangle 79">
            <a:extLst>
              <a:ext uri="{FF2B5EF4-FFF2-40B4-BE49-F238E27FC236}">
                <a16:creationId xmlns:a16="http://schemas.microsoft.com/office/drawing/2014/main" id="{79301F4D-5BE8-9735-5017-6C73BD616377}"/>
              </a:ext>
            </a:extLst>
          </p:cNvPr>
          <p:cNvSpPr/>
          <p:nvPr/>
        </p:nvSpPr>
        <p:spPr>
          <a:xfrm>
            <a:off x="7416797" y="4463927"/>
            <a:ext cx="936518" cy="706998"/>
          </a:xfrm>
          <a:prstGeom prst="rect">
            <a:avLst/>
          </a:prstGeom>
          <a:noFill/>
          <a:ln w="15875">
            <a:solidFill>
              <a:srgbClr val="DD33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700" dirty="0">
              <a:ln w="0"/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9BAFEC0-060B-2BE6-01CB-D771B347E1FF}"/>
              </a:ext>
            </a:extLst>
          </p:cNvPr>
          <p:cNvGrpSpPr/>
          <p:nvPr/>
        </p:nvGrpSpPr>
        <p:grpSpPr>
          <a:xfrm>
            <a:off x="7477132" y="4766912"/>
            <a:ext cx="385508" cy="359403"/>
            <a:chOff x="2521941" y="2777585"/>
            <a:chExt cx="562717" cy="524612"/>
          </a:xfrm>
        </p:grpSpPr>
        <p:sp>
          <p:nvSpPr>
            <p:cNvPr id="16" name="자유형 15">
              <a:extLst>
                <a:ext uri="{FF2B5EF4-FFF2-40B4-BE49-F238E27FC236}">
                  <a16:creationId xmlns:a16="http://schemas.microsoft.com/office/drawing/2014/main" id="{36776DBA-D61E-447A-CB23-465E96302EB2}"/>
                </a:ext>
              </a:extLst>
            </p:cNvPr>
            <p:cNvSpPr/>
            <p:nvPr/>
          </p:nvSpPr>
          <p:spPr>
            <a:xfrm>
              <a:off x="2536765" y="2791425"/>
              <a:ext cx="533061" cy="496944"/>
            </a:xfrm>
            <a:custGeom>
              <a:avLst/>
              <a:gdLst>
                <a:gd name="csX0" fmla="*/ 264699 w 533061"/>
                <a:gd name="csY0" fmla="*/ 40 h 496944"/>
                <a:gd name="csX1" fmla="*/ 251118 w 533061"/>
                <a:gd name="csY1" fmla="*/ 3342 h 496944"/>
                <a:gd name="csX2" fmla="*/ 65799 w 533061"/>
                <a:gd name="csY2" fmla="*/ 88417 h 496944"/>
                <a:gd name="csX3" fmla="*/ 46626 w 533061"/>
                <a:gd name="csY3" fmla="*/ 111325 h 496944"/>
                <a:gd name="csX4" fmla="*/ 907 w 533061"/>
                <a:gd name="csY4" fmla="*/ 302424 h 496944"/>
                <a:gd name="csX5" fmla="*/ 5717 w 533061"/>
                <a:gd name="csY5" fmla="*/ 328315 h 496944"/>
                <a:gd name="csX6" fmla="*/ 7731 w 533061"/>
                <a:gd name="csY6" fmla="*/ 331001 h 496944"/>
                <a:gd name="csX7" fmla="*/ 136001 w 533061"/>
                <a:gd name="csY7" fmla="*/ 484232 h 496944"/>
                <a:gd name="csX8" fmla="*/ 163708 w 533061"/>
                <a:gd name="csY8" fmla="*/ 496940 h 496944"/>
                <a:gd name="csX9" fmla="*/ 369410 w 533061"/>
                <a:gd name="csY9" fmla="*/ 496895 h 496944"/>
                <a:gd name="csX10" fmla="*/ 397116 w 533061"/>
                <a:gd name="csY10" fmla="*/ 484208 h 496944"/>
                <a:gd name="csX11" fmla="*/ 525339 w 533061"/>
                <a:gd name="csY11" fmla="*/ 330958 h 496944"/>
                <a:gd name="csX12" fmla="*/ 532189 w 533061"/>
                <a:gd name="csY12" fmla="*/ 302378 h 496944"/>
                <a:gd name="csX13" fmla="*/ 486398 w 533061"/>
                <a:gd name="csY13" fmla="*/ 111279 h 496944"/>
                <a:gd name="csX14" fmla="*/ 467224 w 533061"/>
                <a:gd name="csY14" fmla="*/ 88371 h 496944"/>
                <a:gd name="csX15" fmla="*/ 281882 w 533061"/>
                <a:gd name="csY15" fmla="*/ 3342 h 496944"/>
                <a:gd name="csX16" fmla="*/ 264699 w 533061"/>
                <a:gd name="csY16" fmla="*/ 40 h 496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33061" h="496944">
                  <a:moveTo>
                    <a:pt x="264699" y="40"/>
                  </a:moveTo>
                  <a:cubicBezTo>
                    <a:pt x="259986" y="268"/>
                    <a:pt x="255369" y="1391"/>
                    <a:pt x="251118" y="3342"/>
                  </a:cubicBezTo>
                  <a:lnTo>
                    <a:pt x="65799" y="88417"/>
                  </a:lnTo>
                  <a:cubicBezTo>
                    <a:pt x="56084" y="92875"/>
                    <a:pt x="49026" y="101307"/>
                    <a:pt x="46626" y="111325"/>
                  </a:cubicBezTo>
                  <a:lnTo>
                    <a:pt x="907" y="302424"/>
                  </a:lnTo>
                  <a:cubicBezTo>
                    <a:pt x="-1227" y="311320"/>
                    <a:pt x="508" y="320660"/>
                    <a:pt x="5717" y="328315"/>
                  </a:cubicBezTo>
                  <a:cubicBezTo>
                    <a:pt x="6341" y="329242"/>
                    <a:pt x="7015" y="330140"/>
                    <a:pt x="7731" y="331001"/>
                  </a:cubicBezTo>
                  <a:lnTo>
                    <a:pt x="136001" y="484232"/>
                  </a:lnTo>
                  <a:cubicBezTo>
                    <a:pt x="142727" y="492264"/>
                    <a:pt x="152926" y="496940"/>
                    <a:pt x="163708" y="496940"/>
                  </a:cubicBezTo>
                  <a:lnTo>
                    <a:pt x="369410" y="496895"/>
                  </a:lnTo>
                  <a:cubicBezTo>
                    <a:pt x="380189" y="496901"/>
                    <a:pt x="390386" y="492234"/>
                    <a:pt x="397116" y="484208"/>
                  </a:cubicBezTo>
                  <a:lnTo>
                    <a:pt x="525339" y="330958"/>
                  </a:lnTo>
                  <a:cubicBezTo>
                    <a:pt x="532068" y="322920"/>
                    <a:pt x="534589" y="312403"/>
                    <a:pt x="532189" y="302378"/>
                  </a:cubicBezTo>
                  <a:lnTo>
                    <a:pt x="486398" y="111279"/>
                  </a:lnTo>
                  <a:cubicBezTo>
                    <a:pt x="483997" y="101261"/>
                    <a:pt x="476940" y="92829"/>
                    <a:pt x="467224" y="88371"/>
                  </a:cubicBezTo>
                  <a:lnTo>
                    <a:pt x="281882" y="3342"/>
                  </a:lnTo>
                  <a:cubicBezTo>
                    <a:pt x="276534" y="887"/>
                    <a:pt x="270626" y="-248"/>
                    <a:pt x="264699" y="40"/>
                  </a:cubicBezTo>
                  <a:close/>
                </a:path>
              </a:pathLst>
            </a:custGeom>
            <a:solidFill>
              <a:srgbClr val="DD334C">
                <a:alpha val="79346"/>
              </a:srgbClr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23" name="자유형 22">
              <a:extLst>
                <a:ext uri="{FF2B5EF4-FFF2-40B4-BE49-F238E27FC236}">
                  <a16:creationId xmlns:a16="http://schemas.microsoft.com/office/drawing/2014/main" id="{F7A689A5-6464-A74E-B141-E64C0CC61F82}"/>
                </a:ext>
              </a:extLst>
            </p:cNvPr>
            <p:cNvSpPr/>
            <p:nvPr/>
          </p:nvSpPr>
          <p:spPr>
            <a:xfrm>
              <a:off x="2521941" y="2777585"/>
              <a:ext cx="562717" cy="524612"/>
            </a:xfrm>
            <a:custGeom>
              <a:avLst/>
              <a:gdLst>
                <a:gd name="csX0" fmla="*/ 279424 w 562717"/>
                <a:gd name="csY0" fmla="*/ 43 h 524612"/>
                <a:gd name="csX1" fmla="*/ 265108 w 562717"/>
                <a:gd name="csY1" fmla="*/ 3550 h 524612"/>
                <a:gd name="csX2" fmla="*/ 69455 w 562717"/>
                <a:gd name="csY2" fmla="*/ 93339 h 524612"/>
                <a:gd name="csX3" fmla="*/ 49215 w 562717"/>
                <a:gd name="csY3" fmla="*/ 117522 h 524612"/>
                <a:gd name="csX4" fmla="*/ 960 w 562717"/>
                <a:gd name="csY4" fmla="*/ 319256 h 524612"/>
                <a:gd name="csX5" fmla="*/ 6033 w 562717"/>
                <a:gd name="csY5" fmla="*/ 346603 h 524612"/>
                <a:gd name="csX6" fmla="*/ 8164 w 562717"/>
                <a:gd name="csY6" fmla="*/ 349427 h 524612"/>
                <a:gd name="csX7" fmla="*/ 143568 w 562717"/>
                <a:gd name="csY7" fmla="*/ 511198 h 524612"/>
                <a:gd name="csX8" fmla="*/ 172817 w 562717"/>
                <a:gd name="csY8" fmla="*/ 524609 h 524612"/>
                <a:gd name="csX9" fmla="*/ 389965 w 562717"/>
                <a:gd name="csY9" fmla="*/ 524563 h 524612"/>
                <a:gd name="csX10" fmla="*/ 419213 w 562717"/>
                <a:gd name="csY10" fmla="*/ 511174 h 524612"/>
                <a:gd name="csX11" fmla="*/ 554569 w 562717"/>
                <a:gd name="csY11" fmla="*/ 349381 h 524612"/>
                <a:gd name="csX12" fmla="*/ 561798 w 562717"/>
                <a:gd name="csY12" fmla="*/ 319231 h 524612"/>
                <a:gd name="csX13" fmla="*/ 513472 w 562717"/>
                <a:gd name="csY13" fmla="*/ 117476 h 524612"/>
                <a:gd name="csX14" fmla="*/ 493231 w 562717"/>
                <a:gd name="csY14" fmla="*/ 93316 h 524612"/>
                <a:gd name="csX15" fmla="*/ 297579 w 562717"/>
                <a:gd name="csY15" fmla="*/ 3527 h 524612"/>
                <a:gd name="csX16" fmla="*/ 279424 w 562717"/>
                <a:gd name="csY16" fmla="*/ 43 h 524612"/>
                <a:gd name="csX17" fmla="*/ 279519 w 562717"/>
                <a:gd name="csY17" fmla="*/ 13889 h 524612"/>
                <a:gd name="csX18" fmla="*/ 296702 w 562717"/>
                <a:gd name="csY18" fmla="*/ 17190 h 524612"/>
                <a:gd name="csX19" fmla="*/ 482044 w 562717"/>
                <a:gd name="csY19" fmla="*/ 102219 h 524612"/>
                <a:gd name="csX20" fmla="*/ 501218 w 562717"/>
                <a:gd name="csY20" fmla="*/ 125128 h 524612"/>
                <a:gd name="csX21" fmla="*/ 547009 w 562717"/>
                <a:gd name="csY21" fmla="*/ 316228 h 524612"/>
                <a:gd name="csX22" fmla="*/ 540159 w 562717"/>
                <a:gd name="csY22" fmla="*/ 344805 h 524612"/>
                <a:gd name="csX23" fmla="*/ 411936 w 562717"/>
                <a:gd name="csY23" fmla="*/ 498058 h 524612"/>
                <a:gd name="csX24" fmla="*/ 384230 w 562717"/>
                <a:gd name="csY24" fmla="*/ 510742 h 524612"/>
                <a:gd name="csX25" fmla="*/ 178530 w 562717"/>
                <a:gd name="csY25" fmla="*/ 510787 h 524612"/>
                <a:gd name="csX26" fmla="*/ 150823 w 562717"/>
                <a:gd name="csY26" fmla="*/ 498082 h 524612"/>
                <a:gd name="csX27" fmla="*/ 22553 w 562717"/>
                <a:gd name="csY27" fmla="*/ 344851 h 524612"/>
                <a:gd name="csX28" fmla="*/ 20539 w 562717"/>
                <a:gd name="csY28" fmla="*/ 342164 h 524612"/>
                <a:gd name="csX29" fmla="*/ 15726 w 562717"/>
                <a:gd name="csY29" fmla="*/ 316274 h 524612"/>
                <a:gd name="csX30" fmla="*/ 61444 w 562717"/>
                <a:gd name="csY30" fmla="*/ 125173 h 524612"/>
                <a:gd name="csX31" fmla="*/ 80621 w 562717"/>
                <a:gd name="csY31" fmla="*/ 102265 h 524612"/>
                <a:gd name="csX32" fmla="*/ 265938 w 562717"/>
                <a:gd name="csY32" fmla="*/ 17190 h 524612"/>
                <a:gd name="csX33" fmla="*/ 279519 w 562717"/>
                <a:gd name="csY33" fmla="*/ 13889 h 52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62717" h="524612">
                  <a:moveTo>
                    <a:pt x="279424" y="43"/>
                  </a:moveTo>
                  <a:cubicBezTo>
                    <a:pt x="274455" y="293"/>
                    <a:pt x="269588" y="1485"/>
                    <a:pt x="265108" y="3550"/>
                  </a:cubicBezTo>
                  <a:lnTo>
                    <a:pt x="69455" y="93339"/>
                  </a:lnTo>
                  <a:cubicBezTo>
                    <a:pt x="59199" y="98045"/>
                    <a:pt x="51751" y="106946"/>
                    <a:pt x="49215" y="117522"/>
                  </a:cubicBezTo>
                  <a:lnTo>
                    <a:pt x="960" y="319256"/>
                  </a:lnTo>
                  <a:cubicBezTo>
                    <a:pt x="-1298" y="328650"/>
                    <a:pt x="533" y="338517"/>
                    <a:pt x="6033" y="346603"/>
                  </a:cubicBezTo>
                  <a:cubicBezTo>
                    <a:pt x="6695" y="347577"/>
                    <a:pt x="7407" y="348520"/>
                    <a:pt x="8164" y="349427"/>
                  </a:cubicBezTo>
                  <a:lnTo>
                    <a:pt x="143568" y="511198"/>
                  </a:lnTo>
                  <a:cubicBezTo>
                    <a:pt x="150671" y="519674"/>
                    <a:pt x="161434" y="524612"/>
                    <a:pt x="172817" y="524609"/>
                  </a:cubicBezTo>
                  <a:lnTo>
                    <a:pt x="389965" y="524563"/>
                  </a:lnTo>
                  <a:cubicBezTo>
                    <a:pt x="401344" y="524572"/>
                    <a:pt x="412107" y="519644"/>
                    <a:pt x="419213" y="511174"/>
                  </a:cubicBezTo>
                  <a:lnTo>
                    <a:pt x="554569" y="349381"/>
                  </a:lnTo>
                  <a:cubicBezTo>
                    <a:pt x="561666" y="340902"/>
                    <a:pt x="564327" y="329806"/>
                    <a:pt x="561798" y="319231"/>
                  </a:cubicBezTo>
                  <a:lnTo>
                    <a:pt x="513472" y="117476"/>
                  </a:lnTo>
                  <a:cubicBezTo>
                    <a:pt x="510931" y="106909"/>
                    <a:pt x="503482" y="98018"/>
                    <a:pt x="493231" y="93316"/>
                  </a:cubicBezTo>
                  <a:lnTo>
                    <a:pt x="297579" y="3527"/>
                  </a:lnTo>
                  <a:cubicBezTo>
                    <a:pt x="291929" y="934"/>
                    <a:pt x="285686" y="-264"/>
                    <a:pt x="279424" y="43"/>
                  </a:cubicBezTo>
                  <a:close/>
                  <a:moveTo>
                    <a:pt x="279519" y="13889"/>
                  </a:moveTo>
                  <a:cubicBezTo>
                    <a:pt x="285446" y="13600"/>
                    <a:pt x="291354" y="14736"/>
                    <a:pt x="296702" y="17190"/>
                  </a:cubicBezTo>
                  <a:lnTo>
                    <a:pt x="482044" y="102219"/>
                  </a:lnTo>
                  <a:cubicBezTo>
                    <a:pt x="491760" y="106678"/>
                    <a:pt x="498817" y="115109"/>
                    <a:pt x="501218" y="125128"/>
                  </a:cubicBezTo>
                  <a:lnTo>
                    <a:pt x="547009" y="316228"/>
                  </a:lnTo>
                  <a:cubicBezTo>
                    <a:pt x="549410" y="326250"/>
                    <a:pt x="546888" y="336770"/>
                    <a:pt x="540159" y="344805"/>
                  </a:cubicBezTo>
                  <a:lnTo>
                    <a:pt x="411936" y="498058"/>
                  </a:lnTo>
                  <a:cubicBezTo>
                    <a:pt x="405206" y="506081"/>
                    <a:pt x="395009" y="510751"/>
                    <a:pt x="384230" y="510742"/>
                  </a:cubicBezTo>
                  <a:lnTo>
                    <a:pt x="178530" y="510787"/>
                  </a:lnTo>
                  <a:cubicBezTo>
                    <a:pt x="167745" y="510790"/>
                    <a:pt x="157548" y="506114"/>
                    <a:pt x="150823" y="498082"/>
                  </a:cubicBezTo>
                  <a:lnTo>
                    <a:pt x="22553" y="344851"/>
                  </a:lnTo>
                  <a:cubicBezTo>
                    <a:pt x="21834" y="343987"/>
                    <a:pt x="21162" y="343089"/>
                    <a:pt x="20539" y="342164"/>
                  </a:cubicBezTo>
                  <a:cubicBezTo>
                    <a:pt x="15330" y="334507"/>
                    <a:pt x="13594" y="325167"/>
                    <a:pt x="15726" y="316274"/>
                  </a:cubicBezTo>
                  <a:lnTo>
                    <a:pt x="61444" y="125173"/>
                  </a:lnTo>
                  <a:cubicBezTo>
                    <a:pt x="63847" y="115155"/>
                    <a:pt x="70902" y="106723"/>
                    <a:pt x="80621" y="102265"/>
                  </a:cubicBezTo>
                  <a:lnTo>
                    <a:pt x="265938" y="17190"/>
                  </a:lnTo>
                  <a:cubicBezTo>
                    <a:pt x="270189" y="15239"/>
                    <a:pt x="274806" y="14117"/>
                    <a:pt x="279519" y="1388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8228B5C-875C-EB43-C221-E5DC939190CB}"/>
                </a:ext>
              </a:extLst>
            </p:cNvPr>
            <p:cNvSpPr txBox="1"/>
            <p:nvPr/>
          </p:nvSpPr>
          <p:spPr>
            <a:xfrm>
              <a:off x="2725968" y="3166175"/>
              <a:ext cx="155148" cy="1068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sz="400" b="1" spc="0" baseline="0" dirty="0">
                  <a:ln/>
                  <a:solidFill>
                    <a:srgbClr val="FFFFFF"/>
                  </a:solidFill>
                  <a:latin typeface="SUIT" pitchFamily="2" charset="-127"/>
                  <a:ea typeface="SUIT" pitchFamily="2" charset="-127"/>
                  <a:cs typeface="Arial"/>
                  <a:sym typeface="Arial"/>
                  <a:rtl val="0"/>
                </a:rPr>
                <a:t>pod</a:t>
              </a:r>
            </a:p>
          </p:txBody>
        </p:sp>
        <p:grpSp>
          <p:nvGrpSpPr>
            <p:cNvPr id="31" name="그래픽 2">
              <a:extLst>
                <a:ext uri="{FF2B5EF4-FFF2-40B4-BE49-F238E27FC236}">
                  <a16:creationId xmlns:a16="http://schemas.microsoft.com/office/drawing/2014/main" id="{A49D92C7-6949-7612-B751-E7ABBA92198A}"/>
                </a:ext>
              </a:extLst>
            </p:cNvPr>
            <p:cNvGrpSpPr/>
            <p:nvPr/>
          </p:nvGrpSpPr>
          <p:grpSpPr>
            <a:xfrm>
              <a:off x="2690328" y="2921832"/>
              <a:ext cx="225946" cy="215044"/>
              <a:chOff x="2690328" y="2921832"/>
              <a:chExt cx="225946" cy="215044"/>
            </a:xfrm>
            <a:solidFill>
              <a:srgbClr val="FFFFFF"/>
            </a:solidFill>
          </p:grpSpPr>
          <p:sp>
            <p:nvSpPr>
              <p:cNvPr id="32" name="자유형 31">
                <a:extLst>
                  <a:ext uri="{FF2B5EF4-FFF2-40B4-BE49-F238E27FC236}">
                    <a16:creationId xmlns:a16="http://schemas.microsoft.com/office/drawing/2014/main" id="{9B20570F-E1F4-474F-AD48-D85B182E2510}"/>
                  </a:ext>
                </a:extLst>
              </p:cNvPr>
              <p:cNvSpPr/>
              <p:nvPr/>
            </p:nvSpPr>
            <p:spPr>
              <a:xfrm>
                <a:off x="2690328" y="2921832"/>
                <a:ext cx="225946" cy="62952"/>
              </a:xfrm>
              <a:custGeom>
                <a:avLst/>
                <a:gdLst>
                  <a:gd name="csX0" fmla="*/ -1 w 225946"/>
                  <a:gd name="csY0" fmla="*/ 31475 h 62952"/>
                  <a:gd name="csX1" fmla="*/ 112972 w 225946"/>
                  <a:gd name="csY1" fmla="*/ -1 h 62952"/>
                  <a:gd name="csX2" fmla="*/ 225946 w 225946"/>
                  <a:gd name="csY2" fmla="*/ 31475 h 62952"/>
                  <a:gd name="csX3" fmla="*/ 112972 w 225946"/>
                  <a:gd name="csY3" fmla="*/ 62951 h 62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946" h="62952">
                    <a:moveTo>
                      <a:pt x="-1" y="31475"/>
                    </a:moveTo>
                    <a:lnTo>
                      <a:pt x="112972" y="-1"/>
                    </a:lnTo>
                    <a:lnTo>
                      <a:pt x="225946" y="31475"/>
                    </a:lnTo>
                    <a:lnTo>
                      <a:pt x="112972" y="62951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34" name="자유형 33">
                <a:extLst>
                  <a:ext uri="{FF2B5EF4-FFF2-40B4-BE49-F238E27FC236}">
                    <a16:creationId xmlns:a16="http://schemas.microsoft.com/office/drawing/2014/main" id="{7CF57BF6-A893-A04D-BEAF-772797BC1ACF}"/>
                  </a:ext>
                </a:extLst>
              </p:cNvPr>
              <p:cNvSpPr/>
              <p:nvPr/>
            </p:nvSpPr>
            <p:spPr>
              <a:xfrm>
                <a:off x="2690328" y="2965362"/>
                <a:ext cx="105780" cy="171515"/>
              </a:xfrm>
              <a:custGeom>
                <a:avLst/>
                <a:gdLst>
                  <a:gd name="csX0" fmla="*/ -1 w 105780"/>
                  <a:gd name="csY0" fmla="*/ -1 h 171515"/>
                  <a:gd name="csX1" fmla="*/ -1 w 105780"/>
                  <a:gd name="csY1" fmla="*/ 115493 h 171515"/>
                  <a:gd name="csX2" fmla="*/ 105258 w 105780"/>
                  <a:gd name="csY2" fmla="*/ 171514 h 171515"/>
                  <a:gd name="csX3" fmla="*/ 105779 w 105780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80" h="171515">
                    <a:moveTo>
                      <a:pt x="-1" y="-1"/>
                    </a:moveTo>
                    <a:lnTo>
                      <a:pt x="-1" y="115493"/>
                    </a:lnTo>
                    <a:lnTo>
                      <a:pt x="105258" y="171514"/>
                    </a:lnTo>
                    <a:lnTo>
                      <a:pt x="105779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35" name="자유형 34">
                <a:extLst>
                  <a:ext uri="{FF2B5EF4-FFF2-40B4-BE49-F238E27FC236}">
                    <a16:creationId xmlns:a16="http://schemas.microsoft.com/office/drawing/2014/main" id="{D9C91428-2D12-30C8-0173-EE353286C499}"/>
                  </a:ext>
                </a:extLst>
              </p:cNvPr>
              <p:cNvSpPr/>
              <p:nvPr/>
            </p:nvSpPr>
            <p:spPr>
              <a:xfrm>
                <a:off x="2810495" y="2965362"/>
                <a:ext cx="105779" cy="171515"/>
              </a:xfrm>
              <a:custGeom>
                <a:avLst/>
                <a:gdLst>
                  <a:gd name="csX0" fmla="*/ 105779 w 105779"/>
                  <a:gd name="csY0" fmla="*/ -1 h 171515"/>
                  <a:gd name="csX1" fmla="*/ 105779 w 105779"/>
                  <a:gd name="csY1" fmla="*/ 115493 h 171515"/>
                  <a:gd name="csX2" fmla="*/ 520 w 105779"/>
                  <a:gd name="csY2" fmla="*/ 171514 h 171515"/>
                  <a:gd name="csX3" fmla="*/ -1 w 105779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79" h="171515">
                    <a:moveTo>
                      <a:pt x="105779" y="-1"/>
                    </a:moveTo>
                    <a:lnTo>
                      <a:pt x="105779" y="115493"/>
                    </a:lnTo>
                    <a:lnTo>
                      <a:pt x="520" y="171514"/>
                    </a:lnTo>
                    <a:lnTo>
                      <a:pt x="-1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2D09D2C7-CEF9-4468-72F0-F19C1F67BDE4}"/>
              </a:ext>
            </a:extLst>
          </p:cNvPr>
          <p:cNvGrpSpPr/>
          <p:nvPr/>
        </p:nvGrpSpPr>
        <p:grpSpPr>
          <a:xfrm>
            <a:off x="7887475" y="4766912"/>
            <a:ext cx="385508" cy="359403"/>
            <a:chOff x="2521941" y="2777585"/>
            <a:chExt cx="562717" cy="524612"/>
          </a:xfrm>
        </p:grpSpPr>
        <p:sp>
          <p:nvSpPr>
            <p:cNvPr id="39" name="자유형 38">
              <a:extLst>
                <a:ext uri="{FF2B5EF4-FFF2-40B4-BE49-F238E27FC236}">
                  <a16:creationId xmlns:a16="http://schemas.microsoft.com/office/drawing/2014/main" id="{678A2E54-91BE-AC0F-DC65-0993828F82E6}"/>
                </a:ext>
              </a:extLst>
            </p:cNvPr>
            <p:cNvSpPr/>
            <p:nvPr/>
          </p:nvSpPr>
          <p:spPr>
            <a:xfrm>
              <a:off x="2536765" y="2791425"/>
              <a:ext cx="533061" cy="496944"/>
            </a:xfrm>
            <a:custGeom>
              <a:avLst/>
              <a:gdLst>
                <a:gd name="csX0" fmla="*/ 264699 w 533061"/>
                <a:gd name="csY0" fmla="*/ 40 h 496944"/>
                <a:gd name="csX1" fmla="*/ 251118 w 533061"/>
                <a:gd name="csY1" fmla="*/ 3342 h 496944"/>
                <a:gd name="csX2" fmla="*/ 65799 w 533061"/>
                <a:gd name="csY2" fmla="*/ 88417 h 496944"/>
                <a:gd name="csX3" fmla="*/ 46626 w 533061"/>
                <a:gd name="csY3" fmla="*/ 111325 h 496944"/>
                <a:gd name="csX4" fmla="*/ 907 w 533061"/>
                <a:gd name="csY4" fmla="*/ 302424 h 496944"/>
                <a:gd name="csX5" fmla="*/ 5717 w 533061"/>
                <a:gd name="csY5" fmla="*/ 328315 h 496944"/>
                <a:gd name="csX6" fmla="*/ 7731 w 533061"/>
                <a:gd name="csY6" fmla="*/ 331001 h 496944"/>
                <a:gd name="csX7" fmla="*/ 136001 w 533061"/>
                <a:gd name="csY7" fmla="*/ 484232 h 496944"/>
                <a:gd name="csX8" fmla="*/ 163708 w 533061"/>
                <a:gd name="csY8" fmla="*/ 496940 h 496944"/>
                <a:gd name="csX9" fmla="*/ 369410 w 533061"/>
                <a:gd name="csY9" fmla="*/ 496895 h 496944"/>
                <a:gd name="csX10" fmla="*/ 397116 w 533061"/>
                <a:gd name="csY10" fmla="*/ 484208 h 496944"/>
                <a:gd name="csX11" fmla="*/ 525339 w 533061"/>
                <a:gd name="csY11" fmla="*/ 330958 h 496944"/>
                <a:gd name="csX12" fmla="*/ 532189 w 533061"/>
                <a:gd name="csY12" fmla="*/ 302378 h 496944"/>
                <a:gd name="csX13" fmla="*/ 486398 w 533061"/>
                <a:gd name="csY13" fmla="*/ 111279 h 496944"/>
                <a:gd name="csX14" fmla="*/ 467224 w 533061"/>
                <a:gd name="csY14" fmla="*/ 88371 h 496944"/>
                <a:gd name="csX15" fmla="*/ 281882 w 533061"/>
                <a:gd name="csY15" fmla="*/ 3342 h 496944"/>
                <a:gd name="csX16" fmla="*/ 264699 w 533061"/>
                <a:gd name="csY16" fmla="*/ 40 h 496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33061" h="496944">
                  <a:moveTo>
                    <a:pt x="264699" y="40"/>
                  </a:moveTo>
                  <a:cubicBezTo>
                    <a:pt x="259986" y="268"/>
                    <a:pt x="255369" y="1391"/>
                    <a:pt x="251118" y="3342"/>
                  </a:cubicBezTo>
                  <a:lnTo>
                    <a:pt x="65799" y="88417"/>
                  </a:lnTo>
                  <a:cubicBezTo>
                    <a:pt x="56084" y="92875"/>
                    <a:pt x="49026" y="101307"/>
                    <a:pt x="46626" y="111325"/>
                  </a:cubicBezTo>
                  <a:lnTo>
                    <a:pt x="907" y="302424"/>
                  </a:lnTo>
                  <a:cubicBezTo>
                    <a:pt x="-1227" y="311320"/>
                    <a:pt x="508" y="320660"/>
                    <a:pt x="5717" y="328315"/>
                  </a:cubicBezTo>
                  <a:cubicBezTo>
                    <a:pt x="6341" y="329242"/>
                    <a:pt x="7015" y="330140"/>
                    <a:pt x="7731" y="331001"/>
                  </a:cubicBezTo>
                  <a:lnTo>
                    <a:pt x="136001" y="484232"/>
                  </a:lnTo>
                  <a:cubicBezTo>
                    <a:pt x="142727" y="492264"/>
                    <a:pt x="152926" y="496940"/>
                    <a:pt x="163708" y="496940"/>
                  </a:cubicBezTo>
                  <a:lnTo>
                    <a:pt x="369410" y="496895"/>
                  </a:lnTo>
                  <a:cubicBezTo>
                    <a:pt x="380189" y="496901"/>
                    <a:pt x="390386" y="492234"/>
                    <a:pt x="397116" y="484208"/>
                  </a:cubicBezTo>
                  <a:lnTo>
                    <a:pt x="525339" y="330958"/>
                  </a:lnTo>
                  <a:cubicBezTo>
                    <a:pt x="532068" y="322920"/>
                    <a:pt x="534589" y="312403"/>
                    <a:pt x="532189" y="302378"/>
                  </a:cubicBezTo>
                  <a:lnTo>
                    <a:pt x="486398" y="111279"/>
                  </a:lnTo>
                  <a:cubicBezTo>
                    <a:pt x="483997" y="101261"/>
                    <a:pt x="476940" y="92829"/>
                    <a:pt x="467224" y="88371"/>
                  </a:cubicBezTo>
                  <a:lnTo>
                    <a:pt x="281882" y="3342"/>
                  </a:lnTo>
                  <a:cubicBezTo>
                    <a:pt x="276534" y="887"/>
                    <a:pt x="270626" y="-248"/>
                    <a:pt x="264699" y="40"/>
                  </a:cubicBezTo>
                  <a:close/>
                </a:path>
              </a:pathLst>
            </a:custGeom>
            <a:solidFill>
              <a:srgbClr val="DD334C">
                <a:alpha val="80000"/>
              </a:srgbClr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41" name="자유형 40">
              <a:extLst>
                <a:ext uri="{FF2B5EF4-FFF2-40B4-BE49-F238E27FC236}">
                  <a16:creationId xmlns:a16="http://schemas.microsoft.com/office/drawing/2014/main" id="{CB8DBA0B-4FD2-FB8B-F84E-CA6764FDA1CB}"/>
                </a:ext>
              </a:extLst>
            </p:cNvPr>
            <p:cNvSpPr/>
            <p:nvPr/>
          </p:nvSpPr>
          <p:spPr>
            <a:xfrm>
              <a:off x="2521941" y="2777585"/>
              <a:ext cx="562717" cy="524612"/>
            </a:xfrm>
            <a:custGeom>
              <a:avLst/>
              <a:gdLst>
                <a:gd name="csX0" fmla="*/ 279424 w 562717"/>
                <a:gd name="csY0" fmla="*/ 43 h 524612"/>
                <a:gd name="csX1" fmla="*/ 265108 w 562717"/>
                <a:gd name="csY1" fmla="*/ 3550 h 524612"/>
                <a:gd name="csX2" fmla="*/ 69455 w 562717"/>
                <a:gd name="csY2" fmla="*/ 93339 h 524612"/>
                <a:gd name="csX3" fmla="*/ 49215 w 562717"/>
                <a:gd name="csY3" fmla="*/ 117522 h 524612"/>
                <a:gd name="csX4" fmla="*/ 960 w 562717"/>
                <a:gd name="csY4" fmla="*/ 319256 h 524612"/>
                <a:gd name="csX5" fmla="*/ 6033 w 562717"/>
                <a:gd name="csY5" fmla="*/ 346603 h 524612"/>
                <a:gd name="csX6" fmla="*/ 8164 w 562717"/>
                <a:gd name="csY6" fmla="*/ 349427 h 524612"/>
                <a:gd name="csX7" fmla="*/ 143568 w 562717"/>
                <a:gd name="csY7" fmla="*/ 511198 h 524612"/>
                <a:gd name="csX8" fmla="*/ 172817 w 562717"/>
                <a:gd name="csY8" fmla="*/ 524609 h 524612"/>
                <a:gd name="csX9" fmla="*/ 389965 w 562717"/>
                <a:gd name="csY9" fmla="*/ 524563 h 524612"/>
                <a:gd name="csX10" fmla="*/ 419213 w 562717"/>
                <a:gd name="csY10" fmla="*/ 511174 h 524612"/>
                <a:gd name="csX11" fmla="*/ 554569 w 562717"/>
                <a:gd name="csY11" fmla="*/ 349381 h 524612"/>
                <a:gd name="csX12" fmla="*/ 561798 w 562717"/>
                <a:gd name="csY12" fmla="*/ 319231 h 524612"/>
                <a:gd name="csX13" fmla="*/ 513472 w 562717"/>
                <a:gd name="csY13" fmla="*/ 117476 h 524612"/>
                <a:gd name="csX14" fmla="*/ 493231 w 562717"/>
                <a:gd name="csY14" fmla="*/ 93316 h 524612"/>
                <a:gd name="csX15" fmla="*/ 297579 w 562717"/>
                <a:gd name="csY15" fmla="*/ 3527 h 524612"/>
                <a:gd name="csX16" fmla="*/ 279424 w 562717"/>
                <a:gd name="csY16" fmla="*/ 43 h 524612"/>
                <a:gd name="csX17" fmla="*/ 279519 w 562717"/>
                <a:gd name="csY17" fmla="*/ 13889 h 524612"/>
                <a:gd name="csX18" fmla="*/ 296702 w 562717"/>
                <a:gd name="csY18" fmla="*/ 17190 h 524612"/>
                <a:gd name="csX19" fmla="*/ 482044 w 562717"/>
                <a:gd name="csY19" fmla="*/ 102219 h 524612"/>
                <a:gd name="csX20" fmla="*/ 501218 w 562717"/>
                <a:gd name="csY20" fmla="*/ 125128 h 524612"/>
                <a:gd name="csX21" fmla="*/ 547009 w 562717"/>
                <a:gd name="csY21" fmla="*/ 316228 h 524612"/>
                <a:gd name="csX22" fmla="*/ 540159 w 562717"/>
                <a:gd name="csY22" fmla="*/ 344805 h 524612"/>
                <a:gd name="csX23" fmla="*/ 411936 w 562717"/>
                <a:gd name="csY23" fmla="*/ 498058 h 524612"/>
                <a:gd name="csX24" fmla="*/ 384230 w 562717"/>
                <a:gd name="csY24" fmla="*/ 510742 h 524612"/>
                <a:gd name="csX25" fmla="*/ 178530 w 562717"/>
                <a:gd name="csY25" fmla="*/ 510787 h 524612"/>
                <a:gd name="csX26" fmla="*/ 150823 w 562717"/>
                <a:gd name="csY26" fmla="*/ 498082 h 524612"/>
                <a:gd name="csX27" fmla="*/ 22553 w 562717"/>
                <a:gd name="csY27" fmla="*/ 344851 h 524612"/>
                <a:gd name="csX28" fmla="*/ 20539 w 562717"/>
                <a:gd name="csY28" fmla="*/ 342164 h 524612"/>
                <a:gd name="csX29" fmla="*/ 15726 w 562717"/>
                <a:gd name="csY29" fmla="*/ 316274 h 524612"/>
                <a:gd name="csX30" fmla="*/ 61444 w 562717"/>
                <a:gd name="csY30" fmla="*/ 125173 h 524612"/>
                <a:gd name="csX31" fmla="*/ 80621 w 562717"/>
                <a:gd name="csY31" fmla="*/ 102265 h 524612"/>
                <a:gd name="csX32" fmla="*/ 265938 w 562717"/>
                <a:gd name="csY32" fmla="*/ 17190 h 524612"/>
                <a:gd name="csX33" fmla="*/ 279519 w 562717"/>
                <a:gd name="csY33" fmla="*/ 13889 h 52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62717" h="524612">
                  <a:moveTo>
                    <a:pt x="279424" y="43"/>
                  </a:moveTo>
                  <a:cubicBezTo>
                    <a:pt x="274455" y="293"/>
                    <a:pt x="269588" y="1485"/>
                    <a:pt x="265108" y="3550"/>
                  </a:cubicBezTo>
                  <a:lnTo>
                    <a:pt x="69455" y="93339"/>
                  </a:lnTo>
                  <a:cubicBezTo>
                    <a:pt x="59199" y="98045"/>
                    <a:pt x="51751" y="106946"/>
                    <a:pt x="49215" y="117522"/>
                  </a:cubicBezTo>
                  <a:lnTo>
                    <a:pt x="960" y="319256"/>
                  </a:lnTo>
                  <a:cubicBezTo>
                    <a:pt x="-1298" y="328650"/>
                    <a:pt x="533" y="338517"/>
                    <a:pt x="6033" y="346603"/>
                  </a:cubicBezTo>
                  <a:cubicBezTo>
                    <a:pt x="6695" y="347577"/>
                    <a:pt x="7407" y="348520"/>
                    <a:pt x="8164" y="349427"/>
                  </a:cubicBezTo>
                  <a:lnTo>
                    <a:pt x="143568" y="511198"/>
                  </a:lnTo>
                  <a:cubicBezTo>
                    <a:pt x="150671" y="519674"/>
                    <a:pt x="161434" y="524612"/>
                    <a:pt x="172817" y="524609"/>
                  </a:cubicBezTo>
                  <a:lnTo>
                    <a:pt x="389965" y="524563"/>
                  </a:lnTo>
                  <a:cubicBezTo>
                    <a:pt x="401344" y="524572"/>
                    <a:pt x="412107" y="519644"/>
                    <a:pt x="419213" y="511174"/>
                  </a:cubicBezTo>
                  <a:lnTo>
                    <a:pt x="554569" y="349381"/>
                  </a:lnTo>
                  <a:cubicBezTo>
                    <a:pt x="561666" y="340902"/>
                    <a:pt x="564327" y="329806"/>
                    <a:pt x="561798" y="319231"/>
                  </a:cubicBezTo>
                  <a:lnTo>
                    <a:pt x="513472" y="117476"/>
                  </a:lnTo>
                  <a:cubicBezTo>
                    <a:pt x="510931" y="106909"/>
                    <a:pt x="503482" y="98018"/>
                    <a:pt x="493231" y="93316"/>
                  </a:cubicBezTo>
                  <a:lnTo>
                    <a:pt x="297579" y="3527"/>
                  </a:lnTo>
                  <a:cubicBezTo>
                    <a:pt x="291929" y="934"/>
                    <a:pt x="285686" y="-264"/>
                    <a:pt x="279424" y="43"/>
                  </a:cubicBezTo>
                  <a:close/>
                  <a:moveTo>
                    <a:pt x="279519" y="13889"/>
                  </a:moveTo>
                  <a:cubicBezTo>
                    <a:pt x="285446" y="13600"/>
                    <a:pt x="291354" y="14736"/>
                    <a:pt x="296702" y="17190"/>
                  </a:cubicBezTo>
                  <a:lnTo>
                    <a:pt x="482044" y="102219"/>
                  </a:lnTo>
                  <a:cubicBezTo>
                    <a:pt x="491760" y="106678"/>
                    <a:pt x="498817" y="115109"/>
                    <a:pt x="501218" y="125128"/>
                  </a:cubicBezTo>
                  <a:lnTo>
                    <a:pt x="547009" y="316228"/>
                  </a:lnTo>
                  <a:cubicBezTo>
                    <a:pt x="549410" y="326250"/>
                    <a:pt x="546888" y="336770"/>
                    <a:pt x="540159" y="344805"/>
                  </a:cubicBezTo>
                  <a:lnTo>
                    <a:pt x="411936" y="498058"/>
                  </a:lnTo>
                  <a:cubicBezTo>
                    <a:pt x="405206" y="506081"/>
                    <a:pt x="395009" y="510751"/>
                    <a:pt x="384230" y="510742"/>
                  </a:cubicBezTo>
                  <a:lnTo>
                    <a:pt x="178530" y="510787"/>
                  </a:lnTo>
                  <a:cubicBezTo>
                    <a:pt x="167745" y="510790"/>
                    <a:pt x="157548" y="506114"/>
                    <a:pt x="150823" y="498082"/>
                  </a:cubicBezTo>
                  <a:lnTo>
                    <a:pt x="22553" y="344851"/>
                  </a:lnTo>
                  <a:cubicBezTo>
                    <a:pt x="21834" y="343987"/>
                    <a:pt x="21162" y="343089"/>
                    <a:pt x="20539" y="342164"/>
                  </a:cubicBezTo>
                  <a:cubicBezTo>
                    <a:pt x="15330" y="334507"/>
                    <a:pt x="13594" y="325167"/>
                    <a:pt x="15726" y="316274"/>
                  </a:cubicBezTo>
                  <a:lnTo>
                    <a:pt x="61444" y="125173"/>
                  </a:lnTo>
                  <a:cubicBezTo>
                    <a:pt x="63847" y="115155"/>
                    <a:pt x="70902" y="106723"/>
                    <a:pt x="80621" y="102265"/>
                  </a:cubicBezTo>
                  <a:lnTo>
                    <a:pt x="265938" y="17190"/>
                  </a:lnTo>
                  <a:cubicBezTo>
                    <a:pt x="270189" y="15239"/>
                    <a:pt x="274806" y="14117"/>
                    <a:pt x="279519" y="1388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E4936EF-1FBD-4DDF-2A3D-36CDA51C2408}"/>
                </a:ext>
              </a:extLst>
            </p:cNvPr>
            <p:cNvSpPr txBox="1"/>
            <p:nvPr/>
          </p:nvSpPr>
          <p:spPr>
            <a:xfrm>
              <a:off x="2725968" y="3166175"/>
              <a:ext cx="155148" cy="1068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sz="400" b="1" spc="0" baseline="0" dirty="0">
                  <a:ln/>
                  <a:solidFill>
                    <a:srgbClr val="FFFFFF"/>
                  </a:solidFill>
                  <a:latin typeface="SUIT" pitchFamily="2" charset="-127"/>
                  <a:ea typeface="SUIT" pitchFamily="2" charset="-127"/>
                  <a:cs typeface="Arial"/>
                  <a:sym typeface="Arial"/>
                  <a:rtl val="0"/>
                </a:rPr>
                <a:t>pod</a:t>
              </a:r>
            </a:p>
          </p:txBody>
        </p:sp>
        <p:grpSp>
          <p:nvGrpSpPr>
            <p:cNvPr id="45" name="그래픽 2">
              <a:extLst>
                <a:ext uri="{FF2B5EF4-FFF2-40B4-BE49-F238E27FC236}">
                  <a16:creationId xmlns:a16="http://schemas.microsoft.com/office/drawing/2014/main" id="{E38D065C-A7D6-95A8-0669-F175A716C5AD}"/>
                </a:ext>
              </a:extLst>
            </p:cNvPr>
            <p:cNvGrpSpPr/>
            <p:nvPr/>
          </p:nvGrpSpPr>
          <p:grpSpPr>
            <a:xfrm>
              <a:off x="2690328" y="2921832"/>
              <a:ext cx="225946" cy="215044"/>
              <a:chOff x="2690328" y="2921832"/>
              <a:chExt cx="225946" cy="215044"/>
            </a:xfrm>
            <a:solidFill>
              <a:srgbClr val="FFFFFF"/>
            </a:solidFill>
          </p:grpSpPr>
          <p:sp>
            <p:nvSpPr>
              <p:cNvPr id="48" name="자유형 47">
                <a:extLst>
                  <a:ext uri="{FF2B5EF4-FFF2-40B4-BE49-F238E27FC236}">
                    <a16:creationId xmlns:a16="http://schemas.microsoft.com/office/drawing/2014/main" id="{E631A302-7752-606D-696A-CC70B04452D6}"/>
                  </a:ext>
                </a:extLst>
              </p:cNvPr>
              <p:cNvSpPr/>
              <p:nvPr/>
            </p:nvSpPr>
            <p:spPr>
              <a:xfrm>
                <a:off x="2690328" y="2921832"/>
                <a:ext cx="225946" cy="62952"/>
              </a:xfrm>
              <a:custGeom>
                <a:avLst/>
                <a:gdLst>
                  <a:gd name="csX0" fmla="*/ -1 w 225946"/>
                  <a:gd name="csY0" fmla="*/ 31475 h 62952"/>
                  <a:gd name="csX1" fmla="*/ 112972 w 225946"/>
                  <a:gd name="csY1" fmla="*/ -1 h 62952"/>
                  <a:gd name="csX2" fmla="*/ 225946 w 225946"/>
                  <a:gd name="csY2" fmla="*/ 31475 h 62952"/>
                  <a:gd name="csX3" fmla="*/ 112972 w 225946"/>
                  <a:gd name="csY3" fmla="*/ 62951 h 62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946" h="62952">
                    <a:moveTo>
                      <a:pt x="-1" y="31475"/>
                    </a:moveTo>
                    <a:lnTo>
                      <a:pt x="112972" y="-1"/>
                    </a:lnTo>
                    <a:lnTo>
                      <a:pt x="225946" y="31475"/>
                    </a:lnTo>
                    <a:lnTo>
                      <a:pt x="112972" y="62951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51" name="자유형 50">
                <a:extLst>
                  <a:ext uri="{FF2B5EF4-FFF2-40B4-BE49-F238E27FC236}">
                    <a16:creationId xmlns:a16="http://schemas.microsoft.com/office/drawing/2014/main" id="{B94B8665-7DD7-AB37-567E-8C43906F5169}"/>
                  </a:ext>
                </a:extLst>
              </p:cNvPr>
              <p:cNvSpPr/>
              <p:nvPr/>
            </p:nvSpPr>
            <p:spPr>
              <a:xfrm>
                <a:off x="2690328" y="2965362"/>
                <a:ext cx="105780" cy="171515"/>
              </a:xfrm>
              <a:custGeom>
                <a:avLst/>
                <a:gdLst>
                  <a:gd name="csX0" fmla="*/ -1 w 105780"/>
                  <a:gd name="csY0" fmla="*/ -1 h 171515"/>
                  <a:gd name="csX1" fmla="*/ -1 w 105780"/>
                  <a:gd name="csY1" fmla="*/ 115493 h 171515"/>
                  <a:gd name="csX2" fmla="*/ 105258 w 105780"/>
                  <a:gd name="csY2" fmla="*/ 171514 h 171515"/>
                  <a:gd name="csX3" fmla="*/ 105779 w 105780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80" h="171515">
                    <a:moveTo>
                      <a:pt x="-1" y="-1"/>
                    </a:moveTo>
                    <a:lnTo>
                      <a:pt x="-1" y="115493"/>
                    </a:lnTo>
                    <a:lnTo>
                      <a:pt x="105258" y="171514"/>
                    </a:lnTo>
                    <a:lnTo>
                      <a:pt x="105779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55" name="자유형 54">
                <a:extLst>
                  <a:ext uri="{FF2B5EF4-FFF2-40B4-BE49-F238E27FC236}">
                    <a16:creationId xmlns:a16="http://schemas.microsoft.com/office/drawing/2014/main" id="{A5B9123F-D66B-14C0-405A-9DE5B63D35C5}"/>
                  </a:ext>
                </a:extLst>
              </p:cNvPr>
              <p:cNvSpPr/>
              <p:nvPr/>
            </p:nvSpPr>
            <p:spPr>
              <a:xfrm>
                <a:off x="2810495" y="2965362"/>
                <a:ext cx="105779" cy="171515"/>
              </a:xfrm>
              <a:custGeom>
                <a:avLst/>
                <a:gdLst>
                  <a:gd name="csX0" fmla="*/ 105779 w 105779"/>
                  <a:gd name="csY0" fmla="*/ -1 h 171515"/>
                  <a:gd name="csX1" fmla="*/ 105779 w 105779"/>
                  <a:gd name="csY1" fmla="*/ 115493 h 171515"/>
                  <a:gd name="csX2" fmla="*/ 520 w 105779"/>
                  <a:gd name="csY2" fmla="*/ 171514 h 171515"/>
                  <a:gd name="csX3" fmla="*/ -1 w 105779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79" h="171515">
                    <a:moveTo>
                      <a:pt x="105779" y="-1"/>
                    </a:moveTo>
                    <a:lnTo>
                      <a:pt x="105779" y="115493"/>
                    </a:lnTo>
                    <a:lnTo>
                      <a:pt x="520" y="171514"/>
                    </a:lnTo>
                    <a:lnTo>
                      <a:pt x="-1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2F875CFD-B237-2F7E-B534-BF95F814EA8C}"/>
              </a:ext>
            </a:extLst>
          </p:cNvPr>
          <p:cNvSpPr txBox="1"/>
          <p:nvPr/>
        </p:nvSpPr>
        <p:spPr>
          <a:xfrm>
            <a:off x="7691046" y="4472519"/>
            <a:ext cx="662270" cy="271220"/>
          </a:xfrm>
          <a:prstGeom prst="rect">
            <a:avLst/>
          </a:prstGeom>
          <a:noFill/>
        </p:spPr>
        <p:txBody>
          <a:bodyPr wrap="square" lIns="36000" tIns="36000" rIns="36000" bIns="36000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dirty="0">
                <a:ln w="0"/>
                <a:solidFill>
                  <a:srgbClr val="DD334C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Instance M8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dirty="0">
                <a:ln w="0"/>
                <a:solidFill>
                  <a:srgbClr val="DD334C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AZ-2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AF548F2-0CFC-95A5-B1C4-2C15215EEEC9}"/>
              </a:ext>
            </a:extLst>
          </p:cNvPr>
          <p:cNvSpPr/>
          <p:nvPr/>
        </p:nvSpPr>
        <p:spPr>
          <a:xfrm>
            <a:off x="7416797" y="4463525"/>
            <a:ext cx="285380" cy="285380"/>
          </a:xfrm>
          <a:prstGeom prst="rect">
            <a:avLst/>
          </a:prstGeom>
          <a:solidFill>
            <a:srgbClr val="DD334C"/>
          </a:solidFill>
          <a:ln w="6906" cap="flat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8" name="자유형 57">
            <a:extLst>
              <a:ext uri="{FF2B5EF4-FFF2-40B4-BE49-F238E27FC236}">
                <a16:creationId xmlns:a16="http://schemas.microsoft.com/office/drawing/2014/main" id="{AB0234B1-F88E-E417-62F5-AF76025D24E9}"/>
              </a:ext>
            </a:extLst>
          </p:cNvPr>
          <p:cNvSpPr/>
          <p:nvPr/>
        </p:nvSpPr>
        <p:spPr>
          <a:xfrm>
            <a:off x="7462370" y="4508976"/>
            <a:ext cx="192631" cy="192631"/>
          </a:xfrm>
          <a:custGeom>
            <a:avLst/>
            <a:gdLst>
              <a:gd name="csX0" fmla="*/ 8133 w 192631"/>
              <a:gd name="csY0" fmla="*/ 99883 h 192631"/>
              <a:gd name="csX1" fmla="*/ 0 w 192631"/>
              <a:gd name="csY1" fmla="*/ 99883 h 192631"/>
              <a:gd name="csX2" fmla="*/ 0 w 192631"/>
              <a:gd name="csY2" fmla="*/ 92749 h 192631"/>
              <a:gd name="csX3" fmla="*/ 8133 w 192631"/>
              <a:gd name="csY3" fmla="*/ 92749 h 192631"/>
              <a:gd name="csX4" fmla="*/ 24693 w 192631"/>
              <a:gd name="csY4" fmla="*/ 44605 h 192631"/>
              <a:gd name="csX5" fmla="*/ 30479 w 192631"/>
              <a:gd name="csY5" fmla="*/ 48786 h 192631"/>
              <a:gd name="csX6" fmla="*/ 15268 w 192631"/>
              <a:gd name="csY6" fmla="*/ 92749 h 192631"/>
              <a:gd name="csX7" fmla="*/ 21404 w 192631"/>
              <a:gd name="csY7" fmla="*/ 92749 h 192631"/>
              <a:gd name="csX8" fmla="*/ 21404 w 192631"/>
              <a:gd name="csY8" fmla="*/ 99883 h 192631"/>
              <a:gd name="csX9" fmla="*/ 15268 w 192631"/>
              <a:gd name="csY9" fmla="*/ 99883 h 192631"/>
              <a:gd name="csX10" fmla="*/ 30479 w 192631"/>
              <a:gd name="csY10" fmla="*/ 143846 h 192631"/>
              <a:gd name="csX11" fmla="*/ 24693 w 192631"/>
              <a:gd name="csY11" fmla="*/ 148027 h 192631"/>
              <a:gd name="csX12" fmla="*/ 8133 w 192631"/>
              <a:gd name="csY12" fmla="*/ 99883 h 192631"/>
              <a:gd name="csX13" fmla="*/ 8133 w 192631"/>
              <a:gd name="csY13" fmla="*/ 99883 h 192631"/>
              <a:gd name="csX14" fmla="*/ 148027 w 192631"/>
              <a:gd name="csY14" fmla="*/ 167939 h 192631"/>
              <a:gd name="csX15" fmla="*/ 99883 w 192631"/>
              <a:gd name="csY15" fmla="*/ 184498 h 192631"/>
              <a:gd name="csX16" fmla="*/ 99883 w 192631"/>
              <a:gd name="csY16" fmla="*/ 192632 h 192631"/>
              <a:gd name="csX17" fmla="*/ 92749 w 192631"/>
              <a:gd name="csY17" fmla="*/ 192632 h 192631"/>
              <a:gd name="csX18" fmla="*/ 92749 w 192631"/>
              <a:gd name="csY18" fmla="*/ 184498 h 192631"/>
              <a:gd name="csX19" fmla="*/ 44605 w 192631"/>
              <a:gd name="csY19" fmla="*/ 167939 h 192631"/>
              <a:gd name="csX20" fmla="*/ 48786 w 192631"/>
              <a:gd name="csY20" fmla="*/ 162160 h 192631"/>
              <a:gd name="csX21" fmla="*/ 92749 w 192631"/>
              <a:gd name="csY21" fmla="*/ 177364 h 192631"/>
              <a:gd name="csX22" fmla="*/ 92749 w 192631"/>
              <a:gd name="csY22" fmla="*/ 171228 h 192631"/>
              <a:gd name="csX23" fmla="*/ 99883 w 192631"/>
              <a:gd name="csY23" fmla="*/ 171228 h 192631"/>
              <a:gd name="csX24" fmla="*/ 99883 w 192631"/>
              <a:gd name="csY24" fmla="*/ 177364 h 192631"/>
              <a:gd name="csX25" fmla="*/ 143846 w 192631"/>
              <a:gd name="csY25" fmla="*/ 162160 h 192631"/>
              <a:gd name="csX26" fmla="*/ 148027 w 192631"/>
              <a:gd name="csY26" fmla="*/ 167939 h 192631"/>
              <a:gd name="csX27" fmla="*/ 44605 w 192631"/>
              <a:gd name="csY27" fmla="*/ 24693 h 192631"/>
              <a:gd name="csX28" fmla="*/ 92749 w 192631"/>
              <a:gd name="csY28" fmla="*/ 8133 h 192631"/>
              <a:gd name="csX29" fmla="*/ 92749 w 192631"/>
              <a:gd name="csY29" fmla="*/ 0 h 192631"/>
              <a:gd name="csX30" fmla="*/ 99883 w 192631"/>
              <a:gd name="csY30" fmla="*/ 0 h 192631"/>
              <a:gd name="csX31" fmla="*/ 99883 w 192631"/>
              <a:gd name="csY31" fmla="*/ 8133 h 192631"/>
              <a:gd name="csX32" fmla="*/ 148027 w 192631"/>
              <a:gd name="csY32" fmla="*/ 24693 h 192631"/>
              <a:gd name="csX33" fmla="*/ 143846 w 192631"/>
              <a:gd name="csY33" fmla="*/ 30471 h 192631"/>
              <a:gd name="csX34" fmla="*/ 99883 w 192631"/>
              <a:gd name="csY34" fmla="*/ 15268 h 192631"/>
              <a:gd name="csX35" fmla="*/ 99883 w 192631"/>
              <a:gd name="csY35" fmla="*/ 21404 h 192631"/>
              <a:gd name="csX36" fmla="*/ 92749 w 192631"/>
              <a:gd name="csY36" fmla="*/ 21404 h 192631"/>
              <a:gd name="csX37" fmla="*/ 92749 w 192631"/>
              <a:gd name="csY37" fmla="*/ 15268 h 192631"/>
              <a:gd name="csX38" fmla="*/ 48786 w 192631"/>
              <a:gd name="csY38" fmla="*/ 30471 h 192631"/>
              <a:gd name="csX39" fmla="*/ 44605 w 192631"/>
              <a:gd name="csY39" fmla="*/ 24693 h 192631"/>
              <a:gd name="csX40" fmla="*/ 192632 w 192631"/>
              <a:gd name="csY40" fmla="*/ 99883 h 192631"/>
              <a:gd name="csX41" fmla="*/ 184505 w 192631"/>
              <a:gd name="csY41" fmla="*/ 99883 h 192631"/>
              <a:gd name="csX42" fmla="*/ 167939 w 192631"/>
              <a:gd name="csY42" fmla="*/ 148027 h 192631"/>
              <a:gd name="csX43" fmla="*/ 162160 w 192631"/>
              <a:gd name="csY43" fmla="*/ 143846 h 192631"/>
              <a:gd name="csX44" fmla="*/ 177371 w 192631"/>
              <a:gd name="csY44" fmla="*/ 99883 h 192631"/>
              <a:gd name="csX45" fmla="*/ 171228 w 192631"/>
              <a:gd name="csY45" fmla="*/ 99883 h 192631"/>
              <a:gd name="csX46" fmla="*/ 171228 w 192631"/>
              <a:gd name="csY46" fmla="*/ 92749 h 192631"/>
              <a:gd name="csX47" fmla="*/ 177371 w 192631"/>
              <a:gd name="csY47" fmla="*/ 92749 h 192631"/>
              <a:gd name="csX48" fmla="*/ 162160 w 192631"/>
              <a:gd name="csY48" fmla="*/ 48786 h 192631"/>
              <a:gd name="csX49" fmla="*/ 167939 w 192631"/>
              <a:gd name="csY49" fmla="*/ 44605 h 192631"/>
              <a:gd name="csX50" fmla="*/ 184505 w 192631"/>
              <a:gd name="csY50" fmla="*/ 92749 h 192631"/>
              <a:gd name="csX51" fmla="*/ 192632 w 192631"/>
              <a:gd name="csY51" fmla="*/ 92749 h 192631"/>
              <a:gd name="csX52" fmla="*/ 192632 w 192631"/>
              <a:gd name="csY52" fmla="*/ 99883 h 192631"/>
              <a:gd name="csX53" fmla="*/ 147727 w 192631"/>
              <a:gd name="csY53" fmla="*/ 39860 h 192631"/>
              <a:gd name="csX54" fmla="*/ 174703 w 192631"/>
              <a:gd name="csY54" fmla="*/ 12892 h 192631"/>
              <a:gd name="csX55" fmla="*/ 179747 w 192631"/>
              <a:gd name="csY55" fmla="*/ 17936 h 192631"/>
              <a:gd name="csX56" fmla="*/ 152771 w 192631"/>
              <a:gd name="csY56" fmla="*/ 44905 h 192631"/>
              <a:gd name="csX57" fmla="*/ 147727 w 192631"/>
              <a:gd name="csY57" fmla="*/ 39860 h 192631"/>
              <a:gd name="csX58" fmla="*/ 44905 w 192631"/>
              <a:gd name="csY58" fmla="*/ 152771 h 192631"/>
              <a:gd name="csX59" fmla="*/ 17936 w 192631"/>
              <a:gd name="csY59" fmla="*/ 179739 h 192631"/>
              <a:gd name="csX60" fmla="*/ 12892 w 192631"/>
              <a:gd name="csY60" fmla="*/ 174695 h 192631"/>
              <a:gd name="csX61" fmla="*/ 39860 w 192631"/>
              <a:gd name="csY61" fmla="*/ 147727 h 192631"/>
              <a:gd name="csX62" fmla="*/ 44905 w 192631"/>
              <a:gd name="csY62" fmla="*/ 152771 h 192631"/>
              <a:gd name="csX63" fmla="*/ 129662 w 192631"/>
              <a:gd name="csY63" fmla="*/ 124618 h 192631"/>
              <a:gd name="csX64" fmla="*/ 179747 w 192631"/>
              <a:gd name="csY64" fmla="*/ 174695 h 192631"/>
              <a:gd name="csX65" fmla="*/ 174703 w 192631"/>
              <a:gd name="csY65" fmla="*/ 179739 h 192631"/>
              <a:gd name="csX66" fmla="*/ 124618 w 192631"/>
              <a:gd name="csY66" fmla="*/ 129662 h 192631"/>
              <a:gd name="csX67" fmla="*/ 129662 w 192631"/>
              <a:gd name="csY67" fmla="*/ 124618 h 192631"/>
              <a:gd name="csX68" fmla="*/ 62976 w 192631"/>
              <a:gd name="csY68" fmla="*/ 68013 h 192631"/>
              <a:gd name="csX69" fmla="*/ 12892 w 192631"/>
              <a:gd name="csY69" fmla="*/ 17936 h 192631"/>
              <a:gd name="csX70" fmla="*/ 17936 w 192631"/>
              <a:gd name="csY70" fmla="*/ 12892 h 192631"/>
              <a:gd name="csX71" fmla="*/ 68020 w 192631"/>
              <a:gd name="csY71" fmla="*/ 62969 h 192631"/>
              <a:gd name="csX72" fmla="*/ 62976 w 192631"/>
              <a:gd name="csY72" fmla="*/ 68013 h 192631"/>
              <a:gd name="csX73" fmla="*/ 135556 w 192631"/>
              <a:gd name="csY73" fmla="*/ 92749 h 192631"/>
              <a:gd name="csX74" fmla="*/ 135556 w 192631"/>
              <a:gd name="csY74" fmla="*/ 57076 h 192631"/>
              <a:gd name="csX75" fmla="*/ 99883 w 192631"/>
              <a:gd name="csY75" fmla="*/ 57076 h 192631"/>
              <a:gd name="csX76" fmla="*/ 99883 w 192631"/>
              <a:gd name="csY76" fmla="*/ 64211 h 192631"/>
              <a:gd name="csX77" fmla="*/ 92749 w 192631"/>
              <a:gd name="csY77" fmla="*/ 64211 h 192631"/>
              <a:gd name="csX78" fmla="*/ 92749 w 192631"/>
              <a:gd name="csY78" fmla="*/ 55300 h 192631"/>
              <a:gd name="csX79" fmla="*/ 98107 w 192631"/>
              <a:gd name="csY79" fmla="*/ 49942 h 192631"/>
              <a:gd name="csX80" fmla="*/ 137332 w 192631"/>
              <a:gd name="csY80" fmla="*/ 49942 h 192631"/>
              <a:gd name="csX81" fmla="*/ 142690 w 192631"/>
              <a:gd name="csY81" fmla="*/ 55300 h 192631"/>
              <a:gd name="csX82" fmla="*/ 142690 w 192631"/>
              <a:gd name="csY82" fmla="*/ 94525 h 192631"/>
              <a:gd name="csX83" fmla="*/ 137332 w 192631"/>
              <a:gd name="csY83" fmla="*/ 99883 h 192631"/>
              <a:gd name="csX84" fmla="*/ 128421 w 192631"/>
              <a:gd name="csY84" fmla="*/ 99883 h 192631"/>
              <a:gd name="csX85" fmla="*/ 128421 w 192631"/>
              <a:gd name="csY85" fmla="*/ 92749 h 192631"/>
              <a:gd name="csX86" fmla="*/ 135556 w 192631"/>
              <a:gd name="csY86" fmla="*/ 92749 h 192631"/>
              <a:gd name="csX87" fmla="*/ 57076 w 192631"/>
              <a:gd name="csY87" fmla="*/ 99883 h 192631"/>
              <a:gd name="csX88" fmla="*/ 57076 w 192631"/>
              <a:gd name="csY88" fmla="*/ 135556 h 192631"/>
              <a:gd name="csX89" fmla="*/ 92749 w 192631"/>
              <a:gd name="csY89" fmla="*/ 135556 h 192631"/>
              <a:gd name="csX90" fmla="*/ 92749 w 192631"/>
              <a:gd name="csY90" fmla="*/ 128421 h 192631"/>
              <a:gd name="csX91" fmla="*/ 99883 w 192631"/>
              <a:gd name="csY91" fmla="*/ 128421 h 192631"/>
              <a:gd name="csX92" fmla="*/ 99883 w 192631"/>
              <a:gd name="csY92" fmla="*/ 137332 h 192631"/>
              <a:gd name="csX93" fmla="*/ 94525 w 192631"/>
              <a:gd name="csY93" fmla="*/ 142690 h 192631"/>
              <a:gd name="csX94" fmla="*/ 55300 w 192631"/>
              <a:gd name="csY94" fmla="*/ 142690 h 192631"/>
              <a:gd name="csX95" fmla="*/ 49942 w 192631"/>
              <a:gd name="csY95" fmla="*/ 137332 h 192631"/>
              <a:gd name="csX96" fmla="*/ 49942 w 192631"/>
              <a:gd name="csY96" fmla="*/ 98107 h 192631"/>
              <a:gd name="csX97" fmla="*/ 55300 w 192631"/>
              <a:gd name="csY97" fmla="*/ 92749 h 192631"/>
              <a:gd name="csX98" fmla="*/ 64211 w 192631"/>
              <a:gd name="csY98" fmla="*/ 92749 h 192631"/>
              <a:gd name="csX99" fmla="*/ 64211 w 192631"/>
              <a:gd name="csY99" fmla="*/ 99883 h 192631"/>
              <a:gd name="csX100" fmla="*/ 57076 w 192631"/>
              <a:gd name="csY100" fmla="*/ 99883 h 192631"/>
              <a:gd name="csX101" fmla="*/ 78480 w 192631"/>
              <a:gd name="csY101" fmla="*/ 114152 h 192631"/>
              <a:gd name="csX102" fmla="*/ 114152 w 192631"/>
              <a:gd name="csY102" fmla="*/ 114152 h 192631"/>
              <a:gd name="csX103" fmla="*/ 114152 w 192631"/>
              <a:gd name="csY103" fmla="*/ 78480 h 192631"/>
              <a:gd name="csX104" fmla="*/ 78480 w 192631"/>
              <a:gd name="csY104" fmla="*/ 78480 h 192631"/>
              <a:gd name="csX105" fmla="*/ 78480 w 192631"/>
              <a:gd name="csY105" fmla="*/ 114152 h 192631"/>
              <a:gd name="csX106" fmla="*/ 121287 w 192631"/>
              <a:gd name="csY106" fmla="*/ 115072 h 192631"/>
              <a:gd name="csX107" fmla="*/ 121287 w 192631"/>
              <a:gd name="csY107" fmla="*/ 77559 h 192631"/>
              <a:gd name="csX108" fmla="*/ 115072 w 192631"/>
              <a:gd name="csY108" fmla="*/ 71345 h 192631"/>
              <a:gd name="csX109" fmla="*/ 77559 w 192631"/>
              <a:gd name="csY109" fmla="*/ 71345 h 192631"/>
              <a:gd name="csX110" fmla="*/ 71345 w 192631"/>
              <a:gd name="csY110" fmla="*/ 77559 h 192631"/>
              <a:gd name="csX111" fmla="*/ 71345 w 192631"/>
              <a:gd name="csY111" fmla="*/ 115072 h 192631"/>
              <a:gd name="csX112" fmla="*/ 77559 w 192631"/>
              <a:gd name="csY112" fmla="*/ 121287 h 192631"/>
              <a:gd name="csX113" fmla="*/ 115072 w 192631"/>
              <a:gd name="csY113" fmla="*/ 121287 h 192631"/>
              <a:gd name="csX114" fmla="*/ 121287 w 192631"/>
              <a:gd name="csY114" fmla="*/ 115072 h 192631"/>
              <a:gd name="csX115" fmla="*/ 121287 w 192631"/>
              <a:gd name="csY115" fmla="*/ 115072 h 1926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</a:cxnLst>
            <a:rect l="l" t="t" r="r" b="b"/>
            <a:pathLst>
              <a:path w="192631" h="192631">
                <a:moveTo>
                  <a:pt x="8133" y="99883"/>
                </a:moveTo>
                <a:lnTo>
                  <a:pt x="0" y="99883"/>
                </a:lnTo>
                <a:lnTo>
                  <a:pt x="0" y="92749"/>
                </a:lnTo>
                <a:lnTo>
                  <a:pt x="8133" y="92749"/>
                </a:lnTo>
                <a:cubicBezTo>
                  <a:pt x="8825" y="75326"/>
                  <a:pt x="14469" y="58738"/>
                  <a:pt x="24693" y="44605"/>
                </a:cubicBezTo>
                <a:lnTo>
                  <a:pt x="30479" y="48786"/>
                </a:lnTo>
                <a:cubicBezTo>
                  <a:pt x="21132" y="61692"/>
                  <a:pt x="15953" y="76839"/>
                  <a:pt x="15268" y="92749"/>
                </a:cubicBezTo>
                <a:lnTo>
                  <a:pt x="21404" y="92749"/>
                </a:lnTo>
                <a:lnTo>
                  <a:pt x="21404" y="99883"/>
                </a:lnTo>
                <a:lnTo>
                  <a:pt x="15268" y="99883"/>
                </a:lnTo>
                <a:cubicBezTo>
                  <a:pt x="15953" y="115793"/>
                  <a:pt x="21132" y="130939"/>
                  <a:pt x="30479" y="143846"/>
                </a:cubicBezTo>
                <a:lnTo>
                  <a:pt x="24693" y="148027"/>
                </a:lnTo>
                <a:cubicBezTo>
                  <a:pt x="14469" y="133893"/>
                  <a:pt x="8825" y="117305"/>
                  <a:pt x="8133" y="99883"/>
                </a:cubicBezTo>
                <a:lnTo>
                  <a:pt x="8133" y="99883"/>
                </a:lnTo>
                <a:close/>
                <a:moveTo>
                  <a:pt x="148027" y="167939"/>
                </a:moveTo>
                <a:cubicBezTo>
                  <a:pt x="133893" y="178170"/>
                  <a:pt x="117313" y="183813"/>
                  <a:pt x="99883" y="184498"/>
                </a:cubicBezTo>
                <a:lnTo>
                  <a:pt x="99883" y="192632"/>
                </a:lnTo>
                <a:lnTo>
                  <a:pt x="92749" y="192632"/>
                </a:lnTo>
                <a:lnTo>
                  <a:pt x="92749" y="184498"/>
                </a:lnTo>
                <a:cubicBezTo>
                  <a:pt x="75326" y="183813"/>
                  <a:pt x="58745" y="178170"/>
                  <a:pt x="44605" y="167939"/>
                </a:cubicBezTo>
                <a:lnTo>
                  <a:pt x="48786" y="162160"/>
                </a:lnTo>
                <a:cubicBezTo>
                  <a:pt x="61699" y="171499"/>
                  <a:pt x="76839" y="176686"/>
                  <a:pt x="92749" y="177364"/>
                </a:cubicBezTo>
                <a:lnTo>
                  <a:pt x="92749" y="171228"/>
                </a:lnTo>
                <a:lnTo>
                  <a:pt x="99883" y="171228"/>
                </a:lnTo>
                <a:lnTo>
                  <a:pt x="99883" y="177364"/>
                </a:lnTo>
                <a:cubicBezTo>
                  <a:pt x="115800" y="176686"/>
                  <a:pt x="130939" y="171499"/>
                  <a:pt x="143846" y="162160"/>
                </a:cubicBezTo>
                <a:lnTo>
                  <a:pt x="148027" y="167939"/>
                </a:lnTo>
                <a:close/>
                <a:moveTo>
                  <a:pt x="44605" y="24693"/>
                </a:moveTo>
                <a:cubicBezTo>
                  <a:pt x="58745" y="14462"/>
                  <a:pt x="75326" y="8818"/>
                  <a:pt x="92749" y="8133"/>
                </a:cubicBezTo>
                <a:lnTo>
                  <a:pt x="92749" y="0"/>
                </a:lnTo>
                <a:lnTo>
                  <a:pt x="99883" y="0"/>
                </a:lnTo>
                <a:lnTo>
                  <a:pt x="99883" y="8133"/>
                </a:lnTo>
                <a:cubicBezTo>
                  <a:pt x="117313" y="8818"/>
                  <a:pt x="133893" y="14462"/>
                  <a:pt x="148027" y="24693"/>
                </a:cubicBezTo>
                <a:lnTo>
                  <a:pt x="143846" y="30471"/>
                </a:lnTo>
                <a:cubicBezTo>
                  <a:pt x="130939" y="21132"/>
                  <a:pt x="115800" y="15946"/>
                  <a:pt x="99883" y="15268"/>
                </a:cubicBezTo>
                <a:lnTo>
                  <a:pt x="99883" y="21404"/>
                </a:lnTo>
                <a:lnTo>
                  <a:pt x="92749" y="21404"/>
                </a:lnTo>
                <a:lnTo>
                  <a:pt x="92749" y="15268"/>
                </a:lnTo>
                <a:cubicBezTo>
                  <a:pt x="76839" y="15946"/>
                  <a:pt x="61699" y="21132"/>
                  <a:pt x="48786" y="30471"/>
                </a:cubicBezTo>
                <a:lnTo>
                  <a:pt x="44605" y="24693"/>
                </a:lnTo>
                <a:close/>
                <a:moveTo>
                  <a:pt x="192632" y="99883"/>
                </a:moveTo>
                <a:lnTo>
                  <a:pt x="184505" y="99883"/>
                </a:lnTo>
                <a:cubicBezTo>
                  <a:pt x="183813" y="117305"/>
                  <a:pt x="178170" y="133893"/>
                  <a:pt x="167939" y="148027"/>
                </a:cubicBezTo>
                <a:lnTo>
                  <a:pt x="162160" y="143846"/>
                </a:lnTo>
                <a:cubicBezTo>
                  <a:pt x="171499" y="130939"/>
                  <a:pt x="176686" y="115793"/>
                  <a:pt x="177371" y="99883"/>
                </a:cubicBezTo>
                <a:lnTo>
                  <a:pt x="171228" y="99883"/>
                </a:lnTo>
                <a:lnTo>
                  <a:pt x="171228" y="92749"/>
                </a:lnTo>
                <a:lnTo>
                  <a:pt x="177371" y="92749"/>
                </a:lnTo>
                <a:cubicBezTo>
                  <a:pt x="176686" y="76839"/>
                  <a:pt x="171499" y="61692"/>
                  <a:pt x="162160" y="48786"/>
                </a:cubicBezTo>
                <a:lnTo>
                  <a:pt x="167939" y="44605"/>
                </a:lnTo>
                <a:cubicBezTo>
                  <a:pt x="178170" y="58738"/>
                  <a:pt x="183813" y="75326"/>
                  <a:pt x="184505" y="92749"/>
                </a:cubicBezTo>
                <a:lnTo>
                  <a:pt x="192632" y="92749"/>
                </a:lnTo>
                <a:lnTo>
                  <a:pt x="192632" y="99883"/>
                </a:lnTo>
                <a:close/>
                <a:moveTo>
                  <a:pt x="147727" y="39860"/>
                </a:moveTo>
                <a:lnTo>
                  <a:pt x="174703" y="12892"/>
                </a:lnTo>
                <a:lnTo>
                  <a:pt x="179747" y="17936"/>
                </a:lnTo>
                <a:lnTo>
                  <a:pt x="152771" y="44905"/>
                </a:lnTo>
                <a:lnTo>
                  <a:pt x="147727" y="39860"/>
                </a:lnTo>
                <a:close/>
                <a:moveTo>
                  <a:pt x="44905" y="152771"/>
                </a:moveTo>
                <a:lnTo>
                  <a:pt x="17936" y="179739"/>
                </a:lnTo>
                <a:lnTo>
                  <a:pt x="12892" y="174695"/>
                </a:lnTo>
                <a:lnTo>
                  <a:pt x="39860" y="147727"/>
                </a:lnTo>
                <a:lnTo>
                  <a:pt x="44905" y="152771"/>
                </a:lnTo>
                <a:close/>
                <a:moveTo>
                  <a:pt x="129662" y="124618"/>
                </a:moveTo>
                <a:lnTo>
                  <a:pt x="179747" y="174695"/>
                </a:lnTo>
                <a:lnTo>
                  <a:pt x="174703" y="179739"/>
                </a:lnTo>
                <a:lnTo>
                  <a:pt x="124618" y="129662"/>
                </a:lnTo>
                <a:lnTo>
                  <a:pt x="129662" y="124618"/>
                </a:lnTo>
                <a:close/>
                <a:moveTo>
                  <a:pt x="62976" y="68013"/>
                </a:moveTo>
                <a:lnTo>
                  <a:pt x="12892" y="17936"/>
                </a:lnTo>
                <a:lnTo>
                  <a:pt x="17936" y="12892"/>
                </a:lnTo>
                <a:lnTo>
                  <a:pt x="68020" y="62969"/>
                </a:lnTo>
                <a:lnTo>
                  <a:pt x="62976" y="68013"/>
                </a:lnTo>
                <a:close/>
                <a:moveTo>
                  <a:pt x="135556" y="92749"/>
                </a:moveTo>
                <a:lnTo>
                  <a:pt x="135556" y="57076"/>
                </a:lnTo>
                <a:lnTo>
                  <a:pt x="99883" y="57076"/>
                </a:lnTo>
                <a:lnTo>
                  <a:pt x="99883" y="64211"/>
                </a:lnTo>
                <a:lnTo>
                  <a:pt x="92749" y="64211"/>
                </a:lnTo>
                <a:lnTo>
                  <a:pt x="92749" y="55300"/>
                </a:lnTo>
                <a:cubicBezTo>
                  <a:pt x="92749" y="52346"/>
                  <a:pt x="95153" y="49942"/>
                  <a:pt x="98107" y="49942"/>
                </a:cubicBezTo>
                <a:lnTo>
                  <a:pt x="137332" y="49942"/>
                </a:lnTo>
                <a:cubicBezTo>
                  <a:pt x="140286" y="49942"/>
                  <a:pt x="142690" y="52346"/>
                  <a:pt x="142690" y="55300"/>
                </a:cubicBezTo>
                <a:lnTo>
                  <a:pt x="142690" y="94525"/>
                </a:lnTo>
                <a:cubicBezTo>
                  <a:pt x="142690" y="97479"/>
                  <a:pt x="140286" y="99883"/>
                  <a:pt x="137332" y="99883"/>
                </a:cubicBezTo>
                <a:lnTo>
                  <a:pt x="128421" y="99883"/>
                </a:lnTo>
                <a:lnTo>
                  <a:pt x="128421" y="92749"/>
                </a:lnTo>
                <a:lnTo>
                  <a:pt x="135556" y="92749"/>
                </a:lnTo>
                <a:close/>
                <a:moveTo>
                  <a:pt x="57076" y="99883"/>
                </a:moveTo>
                <a:lnTo>
                  <a:pt x="57076" y="135556"/>
                </a:lnTo>
                <a:lnTo>
                  <a:pt x="92749" y="135556"/>
                </a:lnTo>
                <a:lnTo>
                  <a:pt x="92749" y="128421"/>
                </a:lnTo>
                <a:lnTo>
                  <a:pt x="99883" y="128421"/>
                </a:lnTo>
                <a:lnTo>
                  <a:pt x="99883" y="137332"/>
                </a:lnTo>
                <a:cubicBezTo>
                  <a:pt x="99883" y="140286"/>
                  <a:pt x="97479" y="142690"/>
                  <a:pt x="94525" y="142690"/>
                </a:cubicBezTo>
                <a:lnTo>
                  <a:pt x="55300" y="142690"/>
                </a:lnTo>
                <a:cubicBezTo>
                  <a:pt x="52346" y="142690"/>
                  <a:pt x="49942" y="140286"/>
                  <a:pt x="49942" y="137332"/>
                </a:cubicBezTo>
                <a:lnTo>
                  <a:pt x="49942" y="98107"/>
                </a:lnTo>
                <a:cubicBezTo>
                  <a:pt x="49942" y="95153"/>
                  <a:pt x="52346" y="92749"/>
                  <a:pt x="55300" y="92749"/>
                </a:cubicBezTo>
                <a:lnTo>
                  <a:pt x="64211" y="92749"/>
                </a:lnTo>
                <a:lnTo>
                  <a:pt x="64211" y="99883"/>
                </a:lnTo>
                <a:lnTo>
                  <a:pt x="57076" y="99883"/>
                </a:lnTo>
                <a:close/>
                <a:moveTo>
                  <a:pt x="78480" y="114152"/>
                </a:moveTo>
                <a:lnTo>
                  <a:pt x="114152" y="114152"/>
                </a:lnTo>
                <a:lnTo>
                  <a:pt x="114152" y="78480"/>
                </a:lnTo>
                <a:lnTo>
                  <a:pt x="78480" y="78480"/>
                </a:lnTo>
                <a:lnTo>
                  <a:pt x="78480" y="114152"/>
                </a:lnTo>
                <a:close/>
                <a:moveTo>
                  <a:pt x="121287" y="115072"/>
                </a:moveTo>
                <a:lnTo>
                  <a:pt x="121287" y="77559"/>
                </a:lnTo>
                <a:cubicBezTo>
                  <a:pt x="121287" y="74135"/>
                  <a:pt x="118504" y="71345"/>
                  <a:pt x="115072" y="71345"/>
                </a:cubicBezTo>
                <a:lnTo>
                  <a:pt x="77559" y="71345"/>
                </a:lnTo>
                <a:cubicBezTo>
                  <a:pt x="74135" y="71345"/>
                  <a:pt x="71345" y="74135"/>
                  <a:pt x="71345" y="77559"/>
                </a:cubicBezTo>
                <a:lnTo>
                  <a:pt x="71345" y="115072"/>
                </a:lnTo>
                <a:cubicBezTo>
                  <a:pt x="71345" y="118497"/>
                  <a:pt x="74135" y="121287"/>
                  <a:pt x="77559" y="121287"/>
                </a:cubicBezTo>
                <a:lnTo>
                  <a:pt x="115072" y="121287"/>
                </a:lnTo>
                <a:cubicBezTo>
                  <a:pt x="118504" y="121287"/>
                  <a:pt x="121287" y="118497"/>
                  <a:pt x="121287" y="115072"/>
                </a:cubicBezTo>
                <a:lnTo>
                  <a:pt x="121287" y="115072"/>
                </a:lnTo>
                <a:close/>
              </a:path>
            </a:pathLst>
          </a:custGeom>
          <a:solidFill>
            <a:srgbClr val="FFFFFF"/>
          </a:solidFill>
          <a:ln w="6906" cap="flat">
            <a:noFill/>
            <a:prstDash val="solid"/>
            <a:miter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B841131-45F7-AAE5-6224-AECC037FAD18}"/>
              </a:ext>
            </a:extLst>
          </p:cNvPr>
          <p:cNvSpPr txBox="1"/>
          <p:nvPr/>
        </p:nvSpPr>
        <p:spPr>
          <a:xfrm>
            <a:off x="7623101" y="4141994"/>
            <a:ext cx="871615" cy="293119"/>
          </a:xfrm>
          <a:prstGeom prst="rect">
            <a:avLst/>
          </a:prstGeom>
          <a:noFill/>
        </p:spPr>
        <p:txBody>
          <a:bodyPr wrap="square" lIns="36000" tIns="0" rIns="36000" bIns="0">
            <a:noAutofit/>
          </a:bodyPr>
          <a:lstStyle/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100" dirty="0">
                <a:ln w="0"/>
                <a:solidFill>
                  <a:srgbClr val="DD334C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Spot</a:t>
            </a:r>
          </a:p>
          <a:p>
            <a:pPr algn="ctr" eaLnBrk="1" fontAlgn="auto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100" dirty="0">
                <a:ln w="0"/>
                <a:solidFill>
                  <a:srgbClr val="DD334C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Interruption</a:t>
            </a:r>
            <a:endParaRPr lang="en-US" altLang="ko-KR" sz="1050" dirty="0">
              <a:ln w="0"/>
              <a:solidFill>
                <a:srgbClr val="DD334C"/>
              </a:solidFill>
              <a:latin typeface="SUIT Medium" pitchFamily="2" charset="-127"/>
              <a:ea typeface="SUIT Medium" pitchFamily="2" charset="-127"/>
              <a:cs typeface="Arial" panose="020B0604020202020204" pitchFamily="34" charset="0"/>
            </a:endParaRPr>
          </a:p>
        </p:txBody>
      </p:sp>
      <p:sp>
        <p:nvSpPr>
          <p:cNvPr id="2179" name="직사각형 2178">
            <a:extLst>
              <a:ext uri="{FF2B5EF4-FFF2-40B4-BE49-F238E27FC236}">
                <a16:creationId xmlns:a16="http://schemas.microsoft.com/office/drawing/2014/main" id="{2EFE97E8-22D7-E174-E388-2F035BFD8A9E}"/>
              </a:ext>
            </a:extLst>
          </p:cNvPr>
          <p:cNvSpPr/>
          <p:nvPr/>
        </p:nvSpPr>
        <p:spPr>
          <a:xfrm>
            <a:off x="3371313" y="4555678"/>
            <a:ext cx="93097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94" name="Straight Arrow Connector 55" descr="Left pointing horizontal arrow. ">
            <a:extLst>
              <a:ext uri="{FF2B5EF4-FFF2-40B4-BE49-F238E27FC236}">
                <a16:creationId xmlns:a16="http://schemas.microsoft.com/office/drawing/2014/main" id="{971BEFAD-5963-31F5-B504-BB12ECE9658E}"/>
              </a:ext>
            </a:extLst>
          </p:cNvPr>
          <p:cNvCxnSpPr>
            <a:cxnSpLocks/>
            <a:stCxn id="42" idx="1"/>
          </p:cNvCxnSpPr>
          <p:nvPr/>
        </p:nvCxnSpPr>
        <p:spPr>
          <a:xfrm flipH="1" flipV="1">
            <a:off x="3281178" y="4646700"/>
            <a:ext cx="290339" cy="1440"/>
          </a:xfrm>
          <a:prstGeom prst="straightConnector1">
            <a:avLst/>
          </a:prstGeom>
          <a:ln w="2222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7" name="모서리가 둥근 직사각형 2206">
            <a:extLst>
              <a:ext uri="{FF2B5EF4-FFF2-40B4-BE49-F238E27FC236}">
                <a16:creationId xmlns:a16="http://schemas.microsoft.com/office/drawing/2014/main" id="{8D62106E-9011-C4F4-BB59-FD6E4952155B}"/>
              </a:ext>
            </a:extLst>
          </p:cNvPr>
          <p:cNvSpPr/>
          <p:nvPr/>
        </p:nvSpPr>
        <p:spPr>
          <a:xfrm>
            <a:off x="6534777" y="2429665"/>
            <a:ext cx="880881" cy="799182"/>
          </a:xfrm>
          <a:prstGeom prst="roundRect">
            <a:avLst>
              <a:gd name="adj" fmla="val 6949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0" rtlCol="0" anchor="t" anchorCtr="0"/>
          <a:lstStyle/>
          <a:p>
            <a:pPr algn="ctr"/>
            <a:r>
              <a:rPr kumimoji="1" lang="en" altLang="ko-KR" sz="100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Spot Instance</a:t>
            </a:r>
          </a:p>
          <a:p>
            <a:pPr algn="ctr"/>
            <a:r>
              <a:rPr kumimoji="1" lang="en" altLang="ko-KR" sz="100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Data</a:t>
            </a:r>
            <a:r>
              <a:rPr kumimoji="1" lang="ko-KR" altLang="en-US" sz="100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 </a:t>
            </a:r>
            <a:r>
              <a:rPr kumimoji="1" lang="en-US" altLang="ko-KR" sz="100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API</a:t>
            </a:r>
            <a:endParaRPr kumimoji="1" lang="ko-KR" altLang="en-US" sz="1000" dirty="0">
              <a:solidFill>
                <a:schemeClr val="tx1"/>
              </a:solidFill>
              <a:latin typeface="SUIT Medium" pitchFamily="2" charset="-127"/>
              <a:ea typeface="SUIT Medium" pitchFamily="2" charset="-127"/>
            </a:endParaRPr>
          </a:p>
        </p:txBody>
      </p:sp>
      <p:cxnSp>
        <p:nvCxnSpPr>
          <p:cNvPr id="2208" name="Straight Arrow Connector 55" descr="Left pointing horizontal arrow. ">
            <a:extLst>
              <a:ext uri="{FF2B5EF4-FFF2-40B4-BE49-F238E27FC236}">
                <a16:creationId xmlns:a16="http://schemas.microsoft.com/office/drawing/2014/main" id="{D5E89871-DEAD-1765-D476-EE138217539C}"/>
              </a:ext>
            </a:extLst>
          </p:cNvPr>
          <p:cNvCxnSpPr>
            <a:cxnSpLocks/>
            <a:endCxn id="2207" idx="1"/>
          </p:cNvCxnSpPr>
          <p:nvPr/>
        </p:nvCxnSpPr>
        <p:spPr>
          <a:xfrm>
            <a:off x="6382910" y="2829256"/>
            <a:ext cx="151867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4" name="TextBox 2213">
            <a:extLst>
              <a:ext uri="{FF2B5EF4-FFF2-40B4-BE49-F238E27FC236}">
                <a16:creationId xmlns:a16="http://schemas.microsoft.com/office/drawing/2014/main" id="{11CD68ED-8FA2-44E6-E74F-8F5431ECEEF3}"/>
              </a:ext>
            </a:extLst>
          </p:cNvPr>
          <p:cNvSpPr txBox="1"/>
          <p:nvPr/>
        </p:nvSpPr>
        <p:spPr>
          <a:xfrm>
            <a:off x="6026403" y="5007553"/>
            <a:ext cx="1208618" cy="168134"/>
          </a:xfrm>
          <a:prstGeom prst="rect">
            <a:avLst/>
          </a:prstGeom>
          <a:noFill/>
        </p:spPr>
        <p:txBody>
          <a:bodyPr wrap="square" lIns="36000" tIns="0" rIns="36000" bIns="0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00" dirty="0">
                <a:ln w="0"/>
                <a:solidFill>
                  <a:schemeClr val="accent2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New Optimal</a:t>
            </a:r>
            <a:r>
              <a:rPr lang="ko-KR" altLang="en-US" sz="1000" dirty="0">
                <a:ln w="0"/>
                <a:solidFill>
                  <a:schemeClr val="accent2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n w="0"/>
                <a:solidFill>
                  <a:schemeClr val="accent2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Node</a:t>
            </a:r>
          </a:p>
        </p:txBody>
      </p:sp>
      <p:sp>
        <p:nvSpPr>
          <p:cNvPr id="2216" name="TextBox 2215">
            <a:extLst>
              <a:ext uri="{FF2B5EF4-FFF2-40B4-BE49-F238E27FC236}">
                <a16:creationId xmlns:a16="http://schemas.microsoft.com/office/drawing/2014/main" id="{7E5A6B24-50DF-8AAE-ADC6-B076DF9857C6}"/>
              </a:ext>
            </a:extLst>
          </p:cNvPr>
          <p:cNvSpPr txBox="1"/>
          <p:nvPr/>
        </p:nvSpPr>
        <p:spPr>
          <a:xfrm>
            <a:off x="4919579" y="2229880"/>
            <a:ext cx="1402094" cy="36265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no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dirty="0">
                <a:ln w="0"/>
                <a:solidFill>
                  <a:srgbClr val="02A88D"/>
                </a:solidFill>
                <a:latin typeface="SUIT" pitchFamily="2" charset="-127"/>
                <a:ea typeface="SUIT" pitchFamily="2" charset="-127"/>
                <a:cs typeface="Arial" panose="020B0604020202020204" pitchFamily="34" charset="0"/>
              </a:rPr>
              <a:t>KubePACS  Module</a:t>
            </a:r>
          </a:p>
        </p:txBody>
      </p:sp>
      <p:sp>
        <p:nvSpPr>
          <p:cNvPr id="2234" name="Rectangle 57">
            <a:extLst>
              <a:ext uri="{FF2B5EF4-FFF2-40B4-BE49-F238E27FC236}">
                <a16:creationId xmlns:a16="http://schemas.microsoft.com/office/drawing/2014/main" id="{58EE3130-B28B-D16D-6CA3-65BAC26378A6}"/>
              </a:ext>
            </a:extLst>
          </p:cNvPr>
          <p:cNvSpPr/>
          <p:nvPr/>
        </p:nvSpPr>
        <p:spPr>
          <a:xfrm>
            <a:off x="4907099" y="2630987"/>
            <a:ext cx="1420693" cy="2271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anchor="ctr" anchorCtr="0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</a:rPr>
              <a:t>Node</a:t>
            </a:r>
            <a:r>
              <a:rPr lang="ko-KR" altLang="en-US" sz="9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</a:rPr>
              <a:t> </a:t>
            </a:r>
            <a:r>
              <a:rPr lang="en-US" altLang="ko-KR" sz="9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</a:rPr>
              <a:t>Selection Solver</a:t>
            </a:r>
            <a:endParaRPr lang="ko-KR" altLang="en-US" sz="900" dirty="0"/>
          </a:p>
        </p:txBody>
      </p:sp>
      <p:sp>
        <p:nvSpPr>
          <p:cNvPr id="2235" name="Rectangle 57">
            <a:extLst>
              <a:ext uri="{FF2B5EF4-FFF2-40B4-BE49-F238E27FC236}">
                <a16:creationId xmlns:a16="http://schemas.microsoft.com/office/drawing/2014/main" id="{953DFFF5-ED61-3E98-E010-D199324E8DE2}"/>
              </a:ext>
            </a:extLst>
          </p:cNvPr>
          <p:cNvSpPr/>
          <p:nvPr/>
        </p:nvSpPr>
        <p:spPr>
          <a:xfrm>
            <a:off x="4907098" y="2899989"/>
            <a:ext cx="1420694" cy="2271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anchor="ctr" anchorCtr="0">
            <a:noAutofit/>
          </a:bodyPr>
          <a:lstStyle/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SUIT SemiBold" pitchFamily="2" charset="-127"/>
                <a:ea typeface="SUIT SemiBold" pitchFamily="2" charset="-127"/>
              </a:rPr>
              <a:t>Cost &amp; Perf Optimizer</a:t>
            </a:r>
            <a:endParaRPr lang="ko-KR" altLang="en-US" sz="900" b="1" dirty="0">
              <a:solidFill>
                <a:schemeClr val="tx1"/>
              </a:solidFill>
              <a:latin typeface="SUIT SemiBold" pitchFamily="2" charset="-127"/>
              <a:ea typeface="SUIT SemiBold" pitchFamily="2" charset="-127"/>
            </a:endParaRPr>
          </a:p>
        </p:txBody>
      </p:sp>
      <p:sp>
        <p:nvSpPr>
          <p:cNvPr id="2279" name="Rectangle 57">
            <a:extLst>
              <a:ext uri="{FF2B5EF4-FFF2-40B4-BE49-F238E27FC236}">
                <a16:creationId xmlns:a16="http://schemas.microsoft.com/office/drawing/2014/main" id="{C244D2B6-BF36-063B-DF09-14960E46B196}"/>
              </a:ext>
            </a:extLst>
          </p:cNvPr>
          <p:cNvSpPr/>
          <p:nvPr/>
        </p:nvSpPr>
        <p:spPr>
          <a:xfrm>
            <a:off x="6593312" y="2993761"/>
            <a:ext cx="377304" cy="180000"/>
          </a:xfrm>
          <a:prstGeom prst="roundRect">
            <a:avLst>
              <a:gd name="adj" fmla="val 277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anchor="ctr" anchorCtr="0">
            <a:noAutofit/>
          </a:bodyPr>
          <a:lstStyle/>
          <a:p>
            <a:pPr algn="ctr">
              <a:defRPr/>
            </a:pPr>
            <a:r>
              <a:rPr lang="en-US" altLang="ko-KR" sz="70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Price</a:t>
            </a:r>
          </a:p>
        </p:txBody>
      </p:sp>
      <p:sp>
        <p:nvSpPr>
          <p:cNvPr id="2280" name="Rectangle 57">
            <a:extLst>
              <a:ext uri="{FF2B5EF4-FFF2-40B4-BE49-F238E27FC236}">
                <a16:creationId xmlns:a16="http://schemas.microsoft.com/office/drawing/2014/main" id="{4187A377-3AF7-38C1-33C3-88EB617EBBB8}"/>
              </a:ext>
            </a:extLst>
          </p:cNvPr>
          <p:cNvSpPr/>
          <p:nvPr/>
        </p:nvSpPr>
        <p:spPr>
          <a:xfrm>
            <a:off x="6988337" y="2993761"/>
            <a:ext cx="360893" cy="180000"/>
          </a:xfrm>
          <a:prstGeom prst="roundRect">
            <a:avLst>
              <a:gd name="adj" fmla="val 277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anchor="ctr" anchorCtr="0">
            <a:noAutofit/>
          </a:bodyPr>
          <a:lstStyle/>
          <a:p>
            <a:pPr algn="ctr">
              <a:defRPr/>
            </a:pPr>
            <a:r>
              <a:rPr lang="en-US" altLang="ko-KR" sz="70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SPS</a:t>
            </a:r>
          </a:p>
        </p:txBody>
      </p:sp>
      <p:sp>
        <p:nvSpPr>
          <p:cNvPr id="2281" name="Rectangle 57">
            <a:extLst>
              <a:ext uri="{FF2B5EF4-FFF2-40B4-BE49-F238E27FC236}">
                <a16:creationId xmlns:a16="http://schemas.microsoft.com/office/drawing/2014/main" id="{42448CF9-08E1-9C1A-F35D-B87B158BE05E}"/>
              </a:ext>
            </a:extLst>
          </p:cNvPr>
          <p:cNvSpPr/>
          <p:nvPr/>
        </p:nvSpPr>
        <p:spPr>
          <a:xfrm>
            <a:off x="6863698" y="2795557"/>
            <a:ext cx="488615" cy="180000"/>
          </a:xfrm>
          <a:prstGeom prst="roundRect">
            <a:avLst>
              <a:gd name="adj" fmla="val 277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anchor="ctr" anchorCtr="0">
            <a:noAutofit/>
          </a:bodyPr>
          <a:lstStyle/>
          <a:p>
            <a:pPr algn="ctr">
              <a:defRPr/>
            </a:pPr>
            <a:r>
              <a:rPr lang="en-US" altLang="ko-KR" sz="70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CoreMark</a:t>
            </a:r>
          </a:p>
        </p:txBody>
      </p:sp>
      <p:pic>
        <p:nvPicPr>
          <p:cNvPr id="2289" name="그래픽 2288">
            <a:extLst>
              <a:ext uri="{FF2B5EF4-FFF2-40B4-BE49-F238E27FC236}">
                <a16:creationId xmlns:a16="http://schemas.microsoft.com/office/drawing/2014/main" id="{3B9A7D67-2C84-BCD0-3066-364AA290AA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83935" y="3569222"/>
            <a:ext cx="202812" cy="202812"/>
          </a:xfrm>
          <a:prstGeom prst="rect">
            <a:avLst/>
          </a:prstGeom>
        </p:spPr>
      </p:pic>
      <p:sp>
        <p:nvSpPr>
          <p:cNvPr id="2261" name="Rectangle 57">
            <a:extLst>
              <a:ext uri="{FF2B5EF4-FFF2-40B4-BE49-F238E27FC236}">
                <a16:creationId xmlns:a16="http://schemas.microsoft.com/office/drawing/2014/main" id="{85786DBE-92EB-5435-B845-818421DB3474}"/>
              </a:ext>
            </a:extLst>
          </p:cNvPr>
          <p:cNvSpPr/>
          <p:nvPr/>
        </p:nvSpPr>
        <p:spPr>
          <a:xfrm>
            <a:off x="8942006" y="1989958"/>
            <a:ext cx="984099" cy="531223"/>
          </a:xfrm>
          <a:prstGeom prst="roundRect">
            <a:avLst>
              <a:gd name="adj" fmla="val 9256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anchor="t" anchorCtr="0">
            <a:noAutofit/>
          </a:bodyPr>
          <a:lstStyle/>
          <a:p>
            <a:pPr algn="ctr">
              <a:defRPr/>
            </a:pPr>
            <a:endParaRPr lang="en-US" altLang="ko-KR" sz="900" dirty="0">
              <a:ln w="0"/>
              <a:solidFill>
                <a:schemeClr val="tx1"/>
              </a:solidFill>
              <a:latin typeface="SUIT Medium" pitchFamily="2" charset="-127"/>
              <a:ea typeface="SUIT Medium" pitchFamily="2" charset="-127"/>
              <a:cs typeface="Arial" panose="020B0604020202020204" pitchFamily="34" charset="0"/>
            </a:endParaRPr>
          </a:p>
        </p:txBody>
      </p:sp>
      <p:pic>
        <p:nvPicPr>
          <p:cNvPr id="2258" name="그래픽 2257">
            <a:extLst>
              <a:ext uri="{FF2B5EF4-FFF2-40B4-BE49-F238E27FC236}">
                <a16:creationId xmlns:a16="http://schemas.microsoft.com/office/drawing/2014/main" id="{FBB2F2F6-39E2-E820-16F3-A96E2D1833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090987" y="2131168"/>
            <a:ext cx="161688" cy="127041"/>
          </a:xfrm>
          <a:prstGeom prst="rect">
            <a:avLst/>
          </a:prstGeom>
        </p:spPr>
      </p:pic>
      <p:pic>
        <p:nvPicPr>
          <p:cNvPr id="2290" name="그래픽 2289">
            <a:extLst>
              <a:ext uri="{FF2B5EF4-FFF2-40B4-BE49-F238E27FC236}">
                <a16:creationId xmlns:a16="http://schemas.microsoft.com/office/drawing/2014/main" id="{CB35BA8C-EE8B-A65F-332E-784618FCC3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13358" y="1947524"/>
            <a:ext cx="248091" cy="219643"/>
          </a:xfrm>
          <a:prstGeom prst="rect">
            <a:avLst/>
          </a:prstGeom>
        </p:spPr>
      </p:pic>
      <p:pic>
        <p:nvPicPr>
          <p:cNvPr id="1043" name="Graphic 42" descr="Queue resource icon for the Amazon SQS service.">
            <a:extLst>
              <a:ext uri="{FF2B5EF4-FFF2-40B4-BE49-F238E27FC236}">
                <a16:creationId xmlns:a16="http://schemas.microsoft.com/office/drawing/2014/main" id="{AEB5BCB4-482E-9605-0A86-BA58E4A85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11829" y="3302694"/>
            <a:ext cx="235727" cy="235727"/>
          </a:xfrm>
          <a:prstGeom prst="rect">
            <a:avLst/>
          </a:prstGeom>
        </p:spPr>
      </p:pic>
      <p:sp>
        <p:nvSpPr>
          <p:cNvPr id="2106" name="직사각형 2105">
            <a:extLst>
              <a:ext uri="{FF2B5EF4-FFF2-40B4-BE49-F238E27FC236}">
                <a16:creationId xmlns:a16="http://schemas.microsoft.com/office/drawing/2014/main" id="{800C7C68-697C-8BD7-087D-99927F1C5E4C}"/>
              </a:ext>
            </a:extLst>
          </p:cNvPr>
          <p:cNvSpPr/>
          <p:nvPr/>
        </p:nvSpPr>
        <p:spPr>
          <a:xfrm>
            <a:off x="5575215" y="3277051"/>
            <a:ext cx="82685" cy="90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2112" name="그룹 2111">
            <a:extLst>
              <a:ext uri="{FF2B5EF4-FFF2-40B4-BE49-F238E27FC236}">
                <a16:creationId xmlns:a16="http://schemas.microsoft.com/office/drawing/2014/main" id="{C209A8C1-0272-D888-61DA-4CA7B630D8D0}"/>
              </a:ext>
            </a:extLst>
          </p:cNvPr>
          <p:cNvGrpSpPr/>
          <p:nvPr/>
        </p:nvGrpSpPr>
        <p:grpSpPr>
          <a:xfrm>
            <a:off x="4607804" y="4703333"/>
            <a:ext cx="385508" cy="359403"/>
            <a:chOff x="2521941" y="2777585"/>
            <a:chExt cx="562717" cy="524612"/>
          </a:xfrm>
        </p:grpSpPr>
        <p:sp>
          <p:nvSpPr>
            <p:cNvPr id="2113" name="자유형 2112">
              <a:extLst>
                <a:ext uri="{FF2B5EF4-FFF2-40B4-BE49-F238E27FC236}">
                  <a16:creationId xmlns:a16="http://schemas.microsoft.com/office/drawing/2014/main" id="{D7786206-F38F-9F4C-E800-DC8A5B2E6732}"/>
                </a:ext>
              </a:extLst>
            </p:cNvPr>
            <p:cNvSpPr/>
            <p:nvPr/>
          </p:nvSpPr>
          <p:spPr>
            <a:xfrm>
              <a:off x="2536765" y="2791425"/>
              <a:ext cx="533061" cy="496944"/>
            </a:xfrm>
            <a:custGeom>
              <a:avLst/>
              <a:gdLst>
                <a:gd name="csX0" fmla="*/ 264699 w 533061"/>
                <a:gd name="csY0" fmla="*/ 40 h 496944"/>
                <a:gd name="csX1" fmla="*/ 251118 w 533061"/>
                <a:gd name="csY1" fmla="*/ 3342 h 496944"/>
                <a:gd name="csX2" fmla="*/ 65799 w 533061"/>
                <a:gd name="csY2" fmla="*/ 88417 h 496944"/>
                <a:gd name="csX3" fmla="*/ 46626 w 533061"/>
                <a:gd name="csY3" fmla="*/ 111325 h 496944"/>
                <a:gd name="csX4" fmla="*/ 907 w 533061"/>
                <a:gd name="csY4" fmla="*/ 302424 h 496944"/>
                <a:gd name="csX5" fmla="*/ 5717 w 533061"/>
                <a:gd name="csY5" fmla="*/ 328315 h 496944"/>
                <a:gd name="csX6" fmla="*/ 7731 w 533061"/>
                <a:gd name="csY6" fmla="*/ 331001 h 496944"/>
                <a:gd name="csX7" fmla="*/ 136001 w 533061"/>
                <a:gd name="csY7" fmla="*/ 484232 h 496944"/>
                <a:gd name="csX8" fmla="*/ 163708 w 533061"/>
                <a:gd name="csY8" fmla="*/ 496940 h 496944"/>
                <a:gd name="csX9" fmla="*/ 369410 w 533061"/>
                <a:gd name="csY9" fmla="*/ 496895 h 496944"/>
                <a:gd name="csX10" fmla="*/ 397116 w 533061"/>
                <a:gd name="csY10" fmla="*/ 484208 h 496944"/>
                <a:gd name="csX11" fmla="*/ 525339 w 533061"/>
                <a:gd name="csY11" fmla="*/ 330958 h 496944"/>
                <a:gd name="csX12" fmla="*/ 532189 w 533061"/>
                <a:gd name="csY12" fmla="*/ 302378 h 496944"/>
                <a:gd name="csX13" fmla="*/ 486398 w 533061"/>
                <a:gd name="csY13" fmla="*/ 111279 h 496944"/>
                <a:gd name="csX14" fmla="*/ 467224 w 533061"/>
                <a:gd name="csY14" fmla="*/ 88371 h 496944"/>
                <a:gd name="csX15" fmla="*/ 281882 w 533061"/>
                <a:gd name="csY15" fmla="*/ 3342 h 496944"/>
                <a:gd name="csX16" fmla="*/ 264699 w 533061"/>
                <a:gd name="csY16" fmla="*/ 40 h 496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33061" h="496944">
                  <a:moveTo>
                    <a:pt x="264699" y="40"/>
                  </a:moveTo>
                  <a:cubicBezTo>
                    <a:pt x="259986" y="268"/>
                    <a:pt x="255369" y="1391"/>
                    <a:pt x="251118" y="3342"/>
                  </a:cubicBezTo>
                  <a:lnTo>
                    <a:pt x="65799" y="88417"/>
                  </a:lnTo>
                  <a:cubicBezTo>
                    <a:pt x="56084" y="92875"/>
                    <a:pt x="49026" y="101307"/>
                    <a:pt x="46626" y="111325"/>
                  </a:cubicBezTo>
                  <a:lnTo>
                    <a:pt x="907" y="302424"/>
                  </a:lnTo>
                  <a:cubicBezTo>
                    <a:pt x="-1227" y="311320"/>
                    <a:pt x="508" y="320660"/>
                    <a:pt x="5717" y="328315"/>
                  </a:cubicBezTo>
                  <a:cubicBezTo>
                    <a:pt x="6341" y="329242"/>
                    <a:pt x="7015" y="330140"/>
                    <a:pt x="7731" y="331001"/>
                  </a:cubicBezTo>
                  <a:lnTo>
                    <a:pt x="136001" y="484232"/>
                  </a:lnTo>
                  <a:cubicBezTo>
                    <a:pt x="142727" y="492264"/>
                    <a:pt x="152926" y="496940"/>
                    <a:pt x="163708" y="496940"/>
                  </a:cubicBezTo>
                  <a:lnTo>
                    <a:pt x="369410" y="496895"/>
                  </a:lnTo>
                  <a:cubicBezTo>
                    <a:pt x="380189" y="496901"/>
                    <a:pt x="390386" y="492234"/>
                    <a:pt x="397116" y="484208"/>
                  </a:cubicBezTo>
                  <a:lnTo>
                    <a:pt x="525339" y="330958"/>
                  </a:lnTo>
                  <a:cubicBezTo>
                    <a:pt x="532068" y="322920"/>
                    <a:pt x="534589" y="312403"/>
                    <a:pt x="532189" y="302378"/>
                  </a:cubicBezTo>
                  <a:lnTo>
                    <a:pt x="486398" y="111279"/>
                  </a:lnTo>
                  <a:cubicBezTo>
                    <a:pt x="483997" y="101261"/>
                    <a:pt x="476940" y="92829"/>
                    <a:pt x="467224" y="88371"/>
                  </a:cubicBezTo>
                  <a:lnTo>
                    <a:pt x="281882" y="3342"/>
                  </a:lnTo>
                  <a:cubicBezTo>
                    <a:pt x="276534" y="887"/>
                    <a:pt x="270626" y="-248"/>
                    <a:pt x="264699" y="40"/>
                  </a:cubicBezTo>
                  <a:close/>
                </a:path>
              </a:pathLst>
            </a:custGeom>
            <a:solidFill>
              <a:srgbClr val="326CE5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2114" name="자유형 2113">
              <a:extLst>
                <a:ext uri="{FF2B5EF4-FFF2-40B4-BE49-F238E27FC236}">
                  <a16:creationId xmlns:a16="http://schemas.microsoft.com/office/drawing/2014/main" id="{89CBA219-E684-6B4A-E831-431FC2CD9CE0}"/>
                </a:ext>
              </a:extLst>
            </p:cNvPr>
            <p:cNvSpPr/>
            <p:nvPr/>
          </p:nvSpPr>
          <p:spPr>
            <a:xfrm>
              <a:off x="2521941" y="2777585"/>
              <a:ext cx="562717" cy="524612"/>
            </a:xfrm>
            <a:custGeom>
              <a:avLst/>
              <a:gdLst>
                <a:gd name="csX0" fmla="*/ 279424 w 562717"/>
                <a:gd name="csY0" fmla="*/ 43 h 524612"/>
                <a:gd name="csX1" fmla="*/ 265108 w 562717"/>
                <a:gd name="csY1" fmla="*/ 3550 h 524612"/>
                <a:gd name="csX2" fmla="*/ 69455 w 562717"/>
                <a:gd name="csY2" fmla="*/ 93339 h 524612"/>
                <a:gd name="csX3" fmla="*/ 49215 w 562717"/>
                <a:gd name="csY3" fmla="*/ 117522 h 524612"/>
                <a:gd name="csX4" fmla="*/ 960 w 562717"/>
                <a:gd name="csY4" fmla="*/ 319256 h 524612"/>
                <a:gd name="csX5" fmla="*/ 6033 w 562717"/>
                <a:gd name="csY5" fmla="*/ 346603 h 524612"/>
                <a:gd name="csX6" fmla="*/ 8164 w 562717"/>
                <a:gd name="csY6" fmla="*/ 349427 h 524612"/>
                <a:gd name="csX7" fmla="*/ 143568 w 562717"/>
                <a:gd name="csY7" fmla="*/ 511198 h 524612"/>
                <a:gd name="csX8" fmla="*/ 172817 w 562717"/>
                <a:gd name="csY8" fmla="*/ 524609 h 524612"/>
                <a:gd name="csX9" fmla="*/ 389965 w 562717"/>
                <a:gd name="csY9" fmla="*/ 524563 h 524612"/>
                <a:gd name="csX10" fmla="*/ 419213 w 562717"/>
                <a:gd name="csY10" fmla="*/ 511174 h 524612"/>
                <a:gd name="csX11" fmla="*/ 554569 w 562717"/>
                <a:gd name="csY11" fmla="*/ 349381 h 524612"/>
                <a:gd name="csX12" fmla="*/ 561798 w 562717"/>
                <a:gd name="csY12" fmla="*/ 319231 h 524612"/>
                <a:gd name="csX13" fmla="*/ 513472 w 562717"/>
                <a:gd name="csY13" fmla="*/ 117476 h 524612"/>
                <a:gd name="csX14" fmla="*/ 493231 w 562717"/>
                <a:gd name="csY14" fmla="*/ 93316 h 524612"/>
                <a:gd name="csX15" fmla="*/ 297579 w 562717"/>
                <a:gd name="csY15" fmla="*/ 3527 h 524612"/>
                <a:gd name="csX16" fmla="*/ 279424 w 562717"/>
                <a:gd name="csY16" fmla="*/ 43 h 524612"/>
                <a:gd name="csX17" fmla="*/ 279519 w 562717"/>
                <a:gd name="csY17" fmla="*/ 13889 h 524612"/>
                <a:gd name="csX18" fmla="*/ 296702 w 562717"/>
                <a:gd name="csY18" fmla="*/ 17190 h 524612"/>
                <a:gd name="csX19" fmla="*/ 482044 w 562717"/>
                <a:gd name="csY19" fmla="*/ 102219 h 524612"/>
                <a:gd name="csX20" fmla="*/ 501218 w 562717"/>
                <a:gd name="csY20" fmla="*/ 125128 h 524612"/>
                <a:gd name="csX21" fmla="*/ 547009 w 562717"/>
                <a:gd name="csY21" fmla="*/ 316228 h 524612"/>
                <a:gd name="csX22" fmla="*/ 540159 w 562717"/>
                <a:gd name="csY22" fmla="*/ 344805 h 524612"/>
                <a:gd name="csX23" fmla="*/ 411936 w 562717"/>
                <a:gd name="csY23" fmla="*/ 498058 h 524612"/>
                <a:gd name="csX24" fmla="*/ 384230 w 562717"/>
                <a:gd name="csY24" fmla="*/ 510742 h 524612"/>
                <a:gd name="csX25" fmla="*/ 178530 w 562717"/>
                <a:gd name="csY25" fmla="*/ 510787 h 524612"/>
                <a:gd name="csX26" fmla="*/ 150823 w 562717"/>
                <a:gd name="csY26" fmla="*/ 498082 h 524612"/>
                <a:gd name="csX27" fmla="*/ 22553 w 562717"/>
                <a:gd name="csY27" fmla="*/ 344851 h 524612"/>
                <a:gd name="csX28" fmla="*/ 20539 w 562717"/>
                <a:gd name="csY28" fmla="*/ 342164 h 524612"/>
                <a:gd name="csX29" fmla="*/ 15726 w 562717"/>
                <a:gd name="csY29" fmla="*/ 316274 h 524612"/>
                <a:gd name="csX30" fmla="*/ 61444 w 562717"/>
                <a:gd name="csY30" fmla="*/ 125173 h 524612"/>
                <a:gd name="csX31" fmla="*/ 80621 w 562717"/>
                <a:gd name="csY31" fmla="*/ 102265 h 524612"/>
                <a:gd name="csX32" fmla="*/ 265938 w 562717"/>
                <a:gd name="csY32" fmla="*/ 17190 h 524612"/>
                <a:gd name="csX33" fmla="*/ 279519 w 562717"/>
                <a:gd name="csY33" fmla="*/ 13889 h 52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62717" h="524612">
                  <a:moveTo>
                    <a:pt x="279424" y="43"/>
                  </a:moveTo>
                  <a:cubicBezTo>
                    <a:pt x="274455" y="293"/>
                    <a:pt x="269588" y="1485"/>
                    <a:pt x="265108" y="3550"/>
                  </a:cubicBezTo>
                  <a:lnTo>
                    <a:pt x="69455" y="93339"/>
                  </a:lnTo>
                  <a:cubicBezTo>
                    <a:pt x="59199" y="98045"/>
                    <a:pt x="51751" y="106946"/>
                    <a:pt x="49215" y="117522"/>
                  </a:cubicBezTo>
                  <a:lnTo>
                    <a:pt x="960" y="319256"/>
                  </a:lnTo>
                  <a:cubicBezTo>
                    <a:pt x="-1298" y="328650"/>
                    <a:pt x="533" y="338517"/>
                    <a:pt x="6033" y="346603"/>
                  </a:cubicBezTo>
                  <a:cubicBezTo>
                    <a:pt x="6695" y="347577"/>
                    <a:pt x="7407" y="348520"/>
                    <a:pt x="8164" y="349427"/>
                  </a:cubicBezTo>
                  <a:lnTo>
                    <a:pt x="143568" y="511198"/>
                  </a:lnTo>
                  <a:cubicBezTo>
                    <a:pt x="150671" y="519674"/>
                    <a:pt x="161434" y="524612"/>
                    <a:pt x="172817" y="524609"/>
                  </a:cubicBezTo>
                  <a:lnTo>
                    <a:pt x="389965" y="524563"/>
                  </a:lnTo>
                  <a:cubicBezTo>
                    <a:pt x="401344" y="524572"/>
                    <a:pt x="412107" y="519644"/>
                    <a:pt x="419213" y="511174"/>
                  </a:cubicBezTo>
                  <a:lnTo>
                    <a:pt x="554569" y="349381"/>
                  </a:lnTo>
                  <a:cubicBezTo>
                    <a:pt x="561666" y="340902"/>
                    <a:pt x="564327" y="329806"/>
                    <a:pt x="561798" y="319231"/>
                  </a:cubicBezTo>
                  <a:lnTo>
                    <a:pt x="513472" y="117476"/>
                  </a:lnTo>
                  <a:cubicBezTo>
                    <a:pt x="510931" y="106909"/>
                    <a:pt x="503482" y="98018"/>
                    <a:pt x="493231" y="93316"/>
                  </a:cubicBezTo>
                  <a:lnTo>
                    <a:pt x="297579" y="3527"/>
                  </a:lnTo>
                  <a:cubicBezTo>
                    <a:pt x="291929" y="934"/>
                    <a:pt x="285686" y="-264"/>
                    <a:pt x="279424" y="43"/>
                  </a:cubicBezTo>
                  <a:close/>
                  <a:moveTo>
                    <a:pt x="279519" y="13889"/>
                  </a:moveTo>
                  <a:cubicBezTo>
                    <a:pt x="285446" y="13600"/>
                    <a:pt x="291354" y="14736"/>
                    <a:pt x="296702" y="17190"/>
                  </a:cubicBezTo>
                  <a:lnTo>
                    <a:pt x="482044" y="102219"/>
                  </a:lnTo>
                  <a:cubicBezTo>
                    <a:pt x="491760" y="106678"/>
                    <a:pt x="498817" y="115109"/>
                    <a:pt x="501218" y="125128"/>
                  </a:cubicBezTo>
                  <a:lnTo>
                    <a:pt x="547009" y="316228"/>
                  </a:lnTo>
                  <a:cubicBezTo>
                    <a:pt x="549410" y="326250"/>
                    <a:pt x="546888" y="336770"/>
                    <a:pt x="540159" y="344805"/>
                  </a:cubicBezTo>
                  <a:lnTo>
                    <a:pt x="411936" y="498058"/>
                  </a:lnTo>
                  <a:cubicBezTo>
                    <a:pt x="405206" y="506081"/>
                    <a:pt x="395009" y="510751"/>
                    <a:pt x="384230" y="510742"/>
                  </a:cubicBezTo>
                  <a:lnTo>
                    <a:pt x="178530" y="510787"/>
                  </a:lnTo>
                  <a:cubicBezTo>
                    <a:pt x="167745" y="510790"/>
                    <a:pt x="157548" y="506114"/>
                    <a:pt x="150823" y="498082"/>
                  </a:cubicBezTo>
                  <a:lnTo>
                    <a:pt x="22553" y="344851"/>
                  </a:lnTo>
                  <a:cubicBezTo>
                    <a:pt x="21834" y="343987"/>
                    <a:pt x="21162" y="343089"/>
                    <a:pt x="20539" y="342164"/>
                  </a:cubicBezTo>
                  <a:cubicBezTo>
                    <a:pt x="15330" y="334507"/>
                    <a:pt x="13594" y="325167"/>
                    <a:pt x="15726" y="316274"/>
                  </a:cubicBezTo>
                  <a:lnTo>
                    <a:pt x="61444" y="125173"/>
                  </a:lnTo>
                  <a:cubicBezTo>
                    <a:pt x="63847" y="115155"/>
                    <a:pt x="70902" y="106723"/>
                    <a:pt x="80621" y="102265"/>
                  </a:cubicBezTo>
                  <a:lnTo>
                    <a:pt x="265938" y="17190"/>
                  </a:lnTo>
                  <a:cubicBezTo>
                    <a:pt x="270189" y="15239"/>
                    <a:pt x="274806" y="14117"/>
                    <a:pt x="279519" y="1388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115" name="TextBox 2114">
              <a:extLst>
                <a:ext uri="{FF2B5EF4-FFF2-40B4-BE49-F238E27FC236}">
                  <a16:creationId xmlns:a16="http://schemas.microsoft.com/office/drawing/2014/main" id="{BA399B7C-F2EA-76AB-8C6B-493A6C7CCAA8}"/>
                </a:ext>
              </a:extLst>
            </p:cNvPr>
            <p:cNvSpPr txBox="1"/>
            <p:nvPr/>
          </p:nvSpPr>
          <p:spPr>
            <a:xfrm>
              <a:off x="2725968" y="3166175"/>
              <a:ext cx="155148" cy="1068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sz="400" b="1" spc="0" baseline="0" dirty="0">
                  <a:ln/>
                  <a:solidFill>
                    <a:srgbClr val="FFFFFF"/>
                  </a:solidFill>
                  <a:latin typeface="SUIT" pitchFamily="2" charset="-127"/>
                  <a:ea typeface="SUIT" pitchFamily="2" charset="-127"/>
                  <a:cs typeface="Arial"/>
                  <a:sym typeface="Arial"/>
                  <a:rtl val="0"/>
                </a:rPr>
                <a:t>pod</a:t>
              </a:r>
            </a:p>
          </p:txBody>
        </p:sp>
        <p:grpSp>
          <p:nvGrpSpPr>
            <p:cNvPr id="2116" name="그래픽 2">
              <a:extLst>
                <a:ext uri="{FF2B5EF4-FFF2-40B4-BE49-F238E27FC236}">
                  <a16:creationId xmlns:a16="http://schemas.microsoft.com/office/drawing/2014/main" id="{CA38D6F8-4966-973F-0C2D-5346FC2D858E}"/>
                </a:ext>
              </a:extLst>
            </p:cNvPr>
            <p:cNvGrpSpPr/>
            <p:nvPr/>
          </p:nvGrpSpPr>
          <p:grpSpPr>
            <a:xfrm>
              <a:off x="2690328" y="2921832"/>
              <a:ext cx="225946" cy="215044"/>
              <a:chOff x="2690328" y="2921832"/>
              <a:chExt cx="225946" cy="215044"/>
            </a:xfrm>
            <a:solidFill>
              <a:srgbClr val="FFFFFF"/>
            </a:solidFill>
          </p:grpSpPr>
          <p:sp>
            <p:nvSpPr>
              <p:cNvPr id="2117" name="자유형 2116">
                <a:extLst>
                  <a:ext uri="{FF2B5EF4-FFF2-40B4-BE49-F238E27FC236}">
                    <a16:creationId xmlns:a16="http://schemas.microsoft.com/office/drawing/2014/main" id="{3D6E2807-8165-A96E-EF4E-DFF370B396C2}"/>
                  </a:ext>
                </a:extLst>
              </p:cNvPr>
              <p:cNvSpPr/>
              <p:nvPr/>
            </p:nvSpPr>
            <p:spPr>
              <a:xfrm>
                <a:off x="2690328" y="2921832"/>
                <a:ext cx="225946" cy="62952"/>
              </a:xfrm>
              <a:custGeom>
                <a:avLst/>
                <a:gdLst>
                  <a:gd name="csX0" fmla="*/ -1 w 225946"/>
                  <a:gd name="csY0" fmla="*/ 31475 h 62952"/>
                  <a:gd name="csX1" fmla="*/ 112972 w 225946"/>
                  <a:gd name="csY1" fmla="*/ -1 h 62952"/>
                  <a:gd name="csX2" fmla="*/ 225946 w 225946"/>
                  <a:gd name="csY2" fmla="*/ 31475 h 62952"/>
                  <a:gd name="csX3" fmla="*/ 112972 w 225946"/>
                  <a:gd name="csY3" fmla="*/ 62951 h 62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946" h="62952">
                    <a:moveTo>
                      <a:pt x="-1" y="31475"/>
                    </a:moveTo>
                    <a:lnTo>
                      <a:pt x="112972" y="-1"/>
                    </a:lnTo>
                    <a:lnTo>
                      <a:pt x="225946" y="31475"/>
                    </a:lnTo>
                    <a:lnTo>
                      <a:pt x="112972" y="62951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118" name="자유형 2117">
                <a:extLst>
                  <a:ext uri="{FF2B5EF4-FFF2-40B4-BE49-F238E27FC236}">
                    <a16:creationId xmlns:a16="http://schemas.microsoft.com/office/drawing/2014/main" id="{FC3357F6-4AE3-F17D-9DA1-CF25E689D436}"/>
                  </a:ext>
                </a:extLst>
              </p:cNvPr>
              <p:cNvSpPr/>
              <p:nvPr/>
            </p:nvSpPr>
            <p:spPr>
              <a:xfrm>
                <a:off x="2690328" y="2965362"/>
                <a:ext cx="105780" cy="171515"/>
              </a:xfrm>
              <a:custGeom>
                <a:avLst/>
                <a:gdLst>
                  <a:gd name="csX0" fmla="*/ -1 w 105780"/>
                  <a:gd name="csY0" fmla="*/ -1 h 171515"/>
                  <a:gd name="csX1" fmla="*/ -1 w 105780"/>
                  <a:gd name="csY1" fmla="*/ 115493 h 171515"/>
                  <a:gd name="csX2" fmla="*/ 105258 w 105780"/>
                  <a:gd name="csY2" fmla="*/ 171514 h 171515"/>
                  <a:gd name="csX3" fmla="*/ 105779 w 105780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80" h="171515">
                    <a:moveTo>
                      <a:pt x="-1" y="-1"/>
                    </a:moveTo>
                    <a:lnTo>
                      <a:pt x="-1" y="115493"/>
                    </a:lnTo>
                    <a:lnTo>
                      <a:pt x="105258" y="171514"/>
                    </a:lnTo>
                    <a:lnTo>
                      <a:pt x="105779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119" name="자유형 2118">
                <a:extLst>
                  <a:ext uri="{FF2B5EF4-FFF2-40B4-BE49-F238E27FC236}">
                    <a16:creationId xmlns:a16="http://schemas.microsoft.com/office/drawing/2014/main" id="{26BD2A5A-9FD9-261D-887E-80F7747873C0}"/>
                  </a:ext>
                </a:extLst>
              </p:cNvPr>
              <p:cNvSpPr/>
              <p:nvPr/>
            </p:nvSpPr>
            <p:spPr>
              <a:xfrm>
                <a:off x="2810495" y="2965362"/>
                <a:ext cx="105779" cy="171515"/>
              </a:xfrm>
              <a:custGeom>
                <a:avLst/>
                <a:gdLst>
                  <a:gd name="csX0" fmla="*/ 105779 w 105779"/>
                  <a:gd name="csY0" fmla="*/ -1 h 171515"/>
                  <a:gd name="csX1" fmla="*/ 105779 w 105779"/>
                  <a:gd name="csY1" fmla="*/ 115493 h 171515"/>
                  <a:gd name="csX2" fmla="*/ 520 w 105779"/>
                  <a:gd name="csY2" fmla="*/ 171514 h 171515"/>
                  <a:gd name="csX3" fmla="*/ -1 w 105779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79" h="171515">
                    <a:moveTo>
                      <a:pt x="105779" y="-1"/>
                    </a:moveTo>
                    <a:lnTo>
                      <a:pt x="105779" y="115493"/>
                    </a:lnTo>
                    <a:lnTo>
                      <a:pt x="520" y="171514"/>
                    </a:lnTo>
                    <a:lnTo>
                      <a:pt x="-1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</p:grpSp>
      <p:grpSp>
        <p:nvGrpSpPr>
          <p:cNvPr id="2120" name="그룹 2119">
            <a:extLst>
              <a:ext uri="{FF2B5EF4-FFF2-40B4-BE49-F238E27FC236}">
                <a16:creationId xmlns:a16="http://schemas.microsoft.com/office/drawing/2014/main" id="{E160EDFD-6DC9-B262-8FFA-3172717DC71A}"/>
              </a:ext>
            </a:extLst>
          </p:cNvPr>
          <p:cNvGrpSpPr/>
          <p:nvPr/>
        </p:nvGrpSpPr>
        <p:grpSpPr>
          <a:xfrm>
            <a:off x="4994954" y="4703333"/>
            <a:ext cx="385508" cy="359403"/>
            <a:chOff x="2521941" y="2777585"/>
            <a:chExt cx="562717" cy="524612"/>
          </a:xfrm>
        </p:grpSpPr>
        <p:sp>
          <p:nvSpPr>
            <p:cNvPr id="2121" name="자유형 2120">
              <a:extLst>
                <a:ext uri="{FF2B5EF4-FFF2-40B4-BE49-F238E27FC236}">
                  <a16:creationId xmlns:a16="http://schemas.microsoft.com/office/drawing/2014/main" id="{35C4519C-8C23-BA52-8C68-7AB53ECB4684}"/>
                </a:ext>
              </a:extLst>
            </p:cNvPr>
            <p:cNvSpPr/>
            <p:nvPr/>
          </p:nvSpPr>
          <p:spPr>
            <a:xfrm>
              <a:off x="2536765" y="2791425"/>
              <a:ext cx="533061" cy="496944"/>
            </a:xfrm>
            <a:custGeom>
              <a:avLst/>
              <a:gdLst>
                <a:gd name="csX0" fmla="*/ 264699 w 533061"/>
                <a:gd name="csY0" fmla="*/ 40 h 496944"/>
                <a:gd name="csX1" fmla="*/ 251118 w 533061"/>
                <a:gd name="csY1" fmla="*/ 3342 h 496944"/>
                <a:gd name="csX2" fmla="*/ 65799 w 533061"/>
                <a:gd name="csY2" fmla="*/ 88417 h 496944"/>
                <a:gd name="csX3" fmla="*/ 46626 w 533061"/>
                <a:gd name="csY3" fmla="*/ 111325 h 496944"/>
                <a:gd name="csX4" fmla="*/ 907 w 533061"/>
                <a:gd name="csY4" fmla="*/ 302424 h 496944"/>
                <a:gd name="csX5" fmla="*/ 5717 w 533061"/>
                <a:gd name="csY5" fmla="*/ 328315 h 496944"/>
                <a:gd name="csX6" fmla="*/ 7731 w 533061"/>
                <a:gd name="csY6" fmla="*/ 331001 h 496944"/>
                <a:gd name="csX7" fmla="*/ 136001 w 533061"/>
                <a:gd name="csY7" fmla="*/ 484232 h 496944"/>
                <a:gd name="csX8" fmla="*/ 163708 w 533061"/>
                <a:gd name="csY8" fmla="*/ 496940 h 496944"/>
                <a:gd name="csX9" fmla="*/ 369410 w 533061"/>
                <a:gd name="csY9" fmla="*/ 496895 h 496944"/>
                <a:gd name="csX10" fmla="*/ 397116 w 533061"/>
                <a:gd name="csY10" fmla="*/ 484208 h 496944"/>
                <a:gd name="csX11" fmla="*/ 525339 w 533061"/>
                <a:gd name="csY11" fmla="*/ 330958 h 496944"/>
                <a:gd name="csX12" fmla="*/ 532189 w 533061"/>
                <a:gd name="csY12" fmla="*/ 302378 h 496944"/>
                <a:gd name="csX13" fmla="*/ 486398 w 533061"/>
                <a:gd name="csY13" fmla="*/ 111279 h 496944"/>
                <a:gd name="csX14" fmla="*/ 467224 w 533061"/>
                <a:gd name="csY14" fmla="*/ 88371 h 496944"/>
                <a:gd name="csX15" fmla="*/ 281882 w 533061"/>
                <a:gd name="csY15" fmla="*/ 3342 h 496944"/>
                <a:gd name="csX16" fmla="*/ 264699 w 533061"/>
                <a:gd name="csY16" fmla="*/ 40 h 49694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533061" h="496944">
                  <a:moveTo>
                    <a:pt x="264699" y="40"/>
                  </a:moveTo>
                  <a:cubicBezTo>
                    <a:pt x="259986" y="268"/>
                    <a:pt x="255369" y="1391"/>
                    <a:pt x="251118" y="3342"/>
                  </a:cubicBezTo>
                  <a:lnTo>
                    <a:pt x="65799" y="88417"/>
                  </a:lnTo>
                  <a:cubicBezTo>
                    <a:pt x="56084" y="92875"/>
                    <a:pt x="49026" y="101307"/>
                    <a:pt x="46626" y="111325"/>
                  </a:cubicBezTo>
                  <a:lnTo>
                    <a:pt x="907" y="302424"/>
                  </a:lnTo>
                  <a:cubicBezTo>
                    <a:pt x="-1227" y="311320"/>
                    <a:pt x="508" y="320660"/>
                    <a:pt x="5717" y="328315"/>
                  </a:cubicBezTo>
                  <a:cubicBezTo>
                    <a:pt x="6341" y="329242"/>
                    <a:pt x="7015" y="330140"/>
                    <a:pt x="7731" y="331001"/>
                  </a:cubicBezTo>
                  <a:lnTo>
                    <a:pt x="136001" y="484232"/>
                  </a:lnTo>
                  <a:cubicBezTo>
                    <a:pt x="142727" y="492264"/>
                    <a:pt x="152926" y="496940"/>
                    <a:pt x="163708" y="496940"/>
                  </a:cubicBezTo>
                  <a:lnTo>
                    <a:pt x="369410" y="496895"/>
                  </a:lnTo>
                  <a:cubicBezTo>
                    <a:pt x="380189" y="496901"/>
                    <a:pt x="390386" y="492234"/>
                    <a:pt x="397116" y="484208"/>
                  </a:cubicBezTo>
                  <a:lnTo>
                    <a:pt x="525339" y="330958"/>
                  </a:lnTo>
                  <a:cubicBezTo>
                    <a:pt x="532068" y="322920"/>
                    <a:pt x="534589" y="312403"/>
                    <a:pt x="532189" y="302378"/>
                  </a:cubicBezTo>
                  <a:lnTo>
                    <a:pt x="486398" y="111279"/>
                  </a:lnTo>
                  <a:cubicBezTo>
                    <a:pt x="483997" y="101261"/>
                    <a:pt x="476940" y="92829"/>
                    <a:pt x="467224" y="88371"/>
                  </a:cubicBezTo>
                  <a:lnTo>
                    <a:pt x="281882" y="3342"/>
                  </a:lnTo>
                  <a:cubicBezTo>
                    <a:pt x="276534" y="887"/>
                    <a:pt x="270626" y="-248"/>
                    <a:pt x="264699" y="40"/>
                  </a:cubicBezTo>
                  <a:close/>
                </a:path>
              </a:pathLst>
            </a:custGeom>
            <a:solidFill>
              <a:srgbClr val="326CE5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 dirty="0"/>
            </a:p>
          </p:txBody>
        </p:sp>
        <p:sp>
          <p:nvSpPr>
            <p:cNvPr id="2122" name="자유형 2121">
              <a:extLst>
                <a:ext uri="{FF2B5EF4-FFF2-40B4-BE49-F238E27FC236}">
                  <a16:creationId xmlns:a16="http://schemas.microsoft.com/office/drawing/2014/main" id="{F33495CC-A23B-EEC7-6E84-00CBE3507243}"/>
                </a:ext>
              </a:extLst>
            </p:cNvPr>
            <p:cNvSpPr/>
            <p:nvPr/>
          </p:nvSpPr>
          <p:spPr>
            <a:xfrm>
              <a:off x="2521941" y="2777585"/>
              <a:ext cx="562717" cy="524612"/>
            </a:xfrm>
            <a:custGeom>
              <a:avLst/>
              <a:gdLst>
                <a:gd name="csX0" fmla="*/ 279424 w 562717"/>
                <a:gd name="csY0" fmla="*/ 43 h 524612"/>
                <a:gd name="csX1" fmla="*/ 265108 w 562717"/>
                <a:gd name="csY1" fmla="*/ 3550 h 524612"/>
                <a:gd name="csX2" fmla="*/ 69455 w 562717"/>
                <a:gd name="csY2" fmla="*/ 93339 h 524612"/>
                <a:gd name="csX3" fmla="*/ 49215 w 562717"/>
                <a:gd name="csY3" fmla="*/ 117522 h 524612"/>
                <a:gd name="csX4" fmla="*/ 960 w 562717"/>
                <a:gd name="csY4" fmla="*/ 319256 h 524612"/>
                <a:gd name="csX5" fmla="*/ 6033 w 562717"/>
                <a:gd name="csY5" fmla="*/ 346603 h 524612"/>
                <a:gd name="csX6" fmla="*/ 8164 w 562717"/>
                <a:gd name="csY6" fmla="*/ 349427 h 524612"/>
                <a:gd name="csX7" fmla="*/ 143568 w 562717"/>
                <a:gd name="csY7" fmla="*/ 511198 h 524612"/>
                <a:gd name="csX8" fmla="*/ 172817 w 562717"/>
                <a:gd name="csY8" fmla="*/ 524609 h 524612"/>
                <a:gd name="csX9" fmla="*/ 389965 w 562717"/>
                <a:gd name="csY9" fmla="*/ 524563 h 524612"/>
                <a:gd name="csX10" fmla="*/ 419213 w 562717"/>
                <a:gd name="csY10" fmla="*/ 511174 h 524612"/>
                <a:gd name="csX11" fmla="*/ 554569 w 562717"/>
                <a:gd name="csY11" fmla="*/ 349381 h 524612"/>
                <a:gd name="csX12" fmla="*/ 561798 w 562717"/>
                <a:gd name="csY12" fmla="*/ 319231 h 524612"/>
                <a:gd name="csX13" fmla="*/ 513472 w 562717"/>
                <a:gd name="csY13" fmla="*/ 117476 h 524612"/>
                <a:gd name="csX14" fmla="*/ 493231 w 562717"/>
                <a:gd name="csY14" fmla="*/ 93316 h 524612"/>
                <a:gd name="csX15" fmla="*/ 297579 w 562717"/>
                <a:gd name="csY15" fmla="*/ 3527 h 524612"/>
                <a:gd name="csX16" fmla="*/ 279424 w 562717"/>
                <a:gd name="csY16" fmla="*/ 43 h 524612"/>
                <a:gd name="csX17" fmla="*/ 279519 w 562717"/>
                <a:gd name="csY17" fmla="*/ 13889 h 524612"/>
                <a:gd name="csX18" fmla="*/ 296702 w 562717"/>
                <a:gd name="csY18" fmla="*/ 17190 h 524612"/>
                <a:gd name="csX19" fmla="*/ 482044 w 562717"/>
                <a:gd name="csY19" fmla="*/ 102219 h 524612"/>
                <a:gd name="csX20" fmla="*/ 501218 w 562717"/>
                <a:gd name="csY20" fmla="*/ 125128 h 524612"/>
                <a:gd name="csX21" fmla="*/ 547009 w 562717"/>
                <a:gd name="csY21" fmla="*/ 316228 h 524612"/>
                <a:gd name="csX22" fmla="*/ 540159 w 562717"/>
                <a:gd name="csY22" fmla="*/ 344805 h 524612"/>
                <a:gd name="csX23" fmla="*/ 411936 w 562717"/>
                <a:gd name="csY23" fmla="*/ 498058 h 524612"/>
                <a:gd name="csX24" fmla="*/ 384230 w 562717"/>
                <a:gd name="csY24" fmla="*/ 510742 h 524612"/>
                <a:gd name="csX25" fmla="*/ 178530 w 562717"/>
                <a:gd name="csY25" fmla="*/ 510787 h 524612"/>
                <a:gd name="csX26" fmla="*/ 150823 w 562717"/>
                <a:gd name="csY26" fmla="*/ 498082 h 524612"/>
                <a:gd name="csX27" fmla="*/ 22553 w 562717"/>
                <a:gd name="csY27" fmla="*/ 344851 h 524612"/>
                <a:gd name="csX28" fmla="*/ 20539 w 562717"/>
                <a:gd name="csY28" fmla="*/ 342164 h 524612"/>
                <a:gd name="csX29" fmla="*/ 15726 w 562717"/>
                <a:gd name="csY29" fmla="*/ 316274 h 524612"/>
                <a:gd name="csX30" fmla="*/ 61444 w 562717"/>
                <a:gd name="csY30" fmla="*/ 125173 h 524612"/>
                <a:gd name="csX31" fmla="*/ 80621 w 562717"/>
                <a:gd name="csY31" fmla="*/ 102265 h 524612"/>
                <a:gd name="csX32" fmla="*/ 265938 w 562717"/>
                <a:gd name="csY32" fmla="*/ 17190 h 524612"/>
                <a:gd name="csX33" fmla="*/ 279519 w 562717"/>
                <a:gd name="csY33" fmla="*/ 13889 h 5246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</a:cxnLst>
              <a:rect l="l" t="t" r="r" b="b"/>
              <a:pathLst>
                <a:path w="562717" h="524612">
                  <a:moveTo>
                    <a:pt x="279424" y="43"/>
                  </a:moveTo>
                  <a:cubicBezTo>
                    <a:pt x="274455" y="293"/>
                    <a:pt x="269588" y="1485"/>
                    <a:pt x="265108" y="3550"/>
                  </a:cubicBezTo>
                  <a:lnTo>
                    <a:pt x="69455" y="93339"/>
                  </a:lnTo>
                  <a:cubicBezTo>
                    <a:pt x="59199" y="98045"/>
                    <a:pt x="51751" y="106946"/>
                    <a:pt x="49215" y="117522"/>
                  </a:cubicBezTo>
                  <a:lnTo>
                    <a:pt x="960" y="319256"/>
                  </a:lnTo>
                  <a:cubicBezTo>
                    <a:pt x="-1298" y="328650"/>
                    <a:pt x="533" y="338517"/>
                    <a:pt x="6033" y="346603"/>
                  </a:cubicBezTo>
                  <a:cubicBezTo>
                    <a:pt x="6695" y="347577"/>
                    <a:pt x="7407" y="348520"/>
                    <a:pt x="8164" y="349427"/>
                  </a:cubicBezTo>
                  <a:lnTo>
                    <a:pt x="143568" y="511198"/>
                  </a:lnTo>
                  <a:cubicBezTo>
                    <a:pt x="150671" y="519674"/>
                    <a:pt x="161434" y="524612"/>
                    <a:pt x="172817" y="524609"/>
                  </a:cubicBezTo>
                  <a:lnTo>
                    <a:pt x="389965" y="524563"/>
                  </a:lnTo>
                  <a:cubicBezTo>
                    <a:pt x="401344" y="524572"/>
                    <a:pt x="412107" y="519644"/>
                    <a:pt x="419213" y="511174"/>
                  </a:cubicBezTo>
                  <a:lnTo>
                    <a:pt x="554569" y="349381"/>
                  </a:lnTo>
                  <a:cubicBezTo>
                    <a:pt x="561666" y="340902"/>
                    <a:pt x="564327" y="329806"/>
                    <a:pt x="561798" y="319231"/>
                  </a:cubicBezTo>
                  <a:lnTo>
                    <a:pt x="513472" y="117476"/>
                  </a:lnTo>
                  <a:cubicBezTo>
                    <a:pt x="510931" y="106909"/>
                    <a:pt x="503482" y="98018"/>
                    <a:pt x="493231" y="93316"/>
                  </a:cubicBezTo>
                  <a:lnTo>
                    <a:pt x="297579" y="3527"/>
                  </a:lnTo>
                  <a:cubicBezTo>
                    <a:pt x="291929" y="934"/>
                    <a:pt x="285686" y="-264"/>
                    <a:pt x="279424" y="43"/>
                  </a:cubicBezTo>
                  <a:close/>
                  <a:moveTo>
                    <a:pt x="279519" y="13889"/>
                  </a:moveTo>
                  <a:cubicBezTo>
                    <a:pt x="285446" y="13600"/>
                    <a:pt x="291354" y="14736"/>
                    <a:pt x="296702" y="17190"/>
                  </a:cubicBezTo>
                  <a:lnTo>
                    <a:pt x="482044" y="102219"/>
                  </a:lnTo>
                  <a:cubicBezTo>
                    <a:pt x="491760" y="106678"/>
                    <a:pt x="498817" y="115109"/>
                    <a:pt x="501218" y="125128"/>
                  </a:cubicBezTo>
                  <a:lnTo>
                    <a:pt x="547009" y="316228"/>
                  </a:lnTo>
                  <a:cubicBezTo>
                    <a:pt x="549410" y="326250"/>
                    <a:pt x="546888" y="336770"/>
                    <a:pt x="540159" y="344805"/>
                  </a:cubicBezTo>
                  <a:lnTo>
                    <a:pt x="411936" y="498058"/>
                  </a:lnTo>
                  <a:cubicBezTo>
                    <a:pt x="405206" y="506081"/>
                    <a:pt x="395009" y="510751"/>
                    <a:pt x="384230" y="510742"/>
                  </a:cubicBezTo>
                  <a:lnTo>
                    <a:pt x="178530" y="510787"/>
                  </a:lnTo>
                  <a:cubicBezTo>
                    <a:pt x="167745" y="510790"/>
                    <a:pt x="157548" y="506114"/>
                    <a:pt x="150823" y="498082"/>
                  </a:cubicBezTo>
                  <a:lnTo>
                    <a:pt x="22553" y="344851"/>
                  </a:lnTo>
                  <a:cubicBezTo>
                    <a:pt x="21834" y="343987"/>
                    <a:pt x="21162" y="343089"/>
                    <a:pt x="20539" y="342164"/>
                  </a:cubicBezTo>
                  <a:cubicBezTo>
                    <a:pt x="15330" y="334507"/>
                    <a:pt x="13594" y="325167"/>
                    <a:pt x="15726" y="316274"/>
                  </a:cubicBezTo>
                  <a:lnTo>
                    <a:pt x="61444" y="125173"/>
                  </a:lnTo>
                  <a:cubicBezTo>
                    <a:pt x="63847" y="115155"/>
                    <a:pt x="70902" y="106723"/>
                    <a:pt x="80621" y="102265"/>
                  </a:cubicBezTo>
                  <a:lnTo>
                    <a:pt x="265938" y="17190"/>
                  </a:lnTo>
                  <a:cubicBezTo>
                    <a:pt x="270189" y="15239"/>
                    <a:pt x="274806" y="14117"/>
                    <a:pt x="279519" y="1388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prstDash val="solid"/>
              <a:miter/>
            </a:ln>
          </p:spPr>
          <p:txBody>
            <a:bodyPr/>
            <a:lstStyle/>
            <a:p>
              <a:endParaRPr lang="ko-KR" altLang="en-US" sz="1400"/>
            </a:p>
          </p:txBody>
        </p:sp>
        <p:sp>
          <p:nvSpPr>
            <p:cNvPr id="2123" name="TextBox 2122">
              <a:extLst>
                <a:ext uri="{FF2B5EF4-FFF2-40B4-BE49-F238E27FC236}">
                  <a16:creationId xmlns:a16="http://schemas.microsoft.com/office/drawing/2014/main" id="{2B84DFB3-01E2-079C-F04C-2EBE9B921FDF}"/>
                </a:ext>
              </a:extLst>
            </p:cNvPr>
            <p:cNvSpPr txBox="1"/>
            <p:nvPr/>
          </p:nvSpPr>
          <p:spPr>
            <a:xfrm>
              <a:off x="2725968" y="3166175"/>
              <a:ext cx="155148" cy="10684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sz="400" b="1" spc="0" baseline="0" dirty="0">
                  <a:ln/>
                  <a:solidFill>
                    <a:srgbClr val="FFFFFF"/>
                  </a:solidFill>
                  <a:latin typeface="SUIT" pitchFamily="2" charset="-127"/>
                  <a:ea typeface="SUIT" pitchFamily="2" charset="-127"/>
                  <a:cs typeface="Arial"/>
                  <a:sym typeface="Arial"/>
                  <a:rtl val="0"/>
                </a:rPr>
                <a:t>pod</a:t>
              </a:r>
            </a:p>
          </p:txBody>
        </p:sp>
        <p:grpSp>
          <p:nvGrpSpPr>
            <p:cNvPr id="2124" name="그래픽 2">
              <a:extLst>
                <a:ext uri="{FF2B5EF4-FFF2-40B4-BE49-F238E27FC236}">
                  <a16:creationId xmlns:a16="http://schemas.microsoft.com/office/drawing/2014/main" id="{2152F168-9E80-3BC7-DFDA-56DFE8753EF5}"/>
                </a:ext>
              </a:extLst>
            </p:cNvPr>
            <p:cNvGrpSpPr/>
            <p:nvPr/>
          </p:nvGrpSpPr>
          <p:grpSpPr>
            <a:xfrm>
              <a:off x="2690328" y="2921832"/>
              <a:ext cx="225946" cy="215044"/>
              <a:chOff x="2690328" y="2921832"/>
              <a:chExt cx="225946" cy="215044"/>
            </a:xfrm>
            <a:solidFill>
              <a:srgbClr val="FFFFFF"/>
            </a:solidFill>
          </p:grpSpPr>
          <p:sp>
            <p:nvSpPr>
              <p:cNvPr id="2125" name="자유형 2124">
                <a:extLst>
                  <a:ext uri="{FF2B5EF4-FFF2-40B4-BE49-F238E27FC236}">
                    <a16:creationId xmlns:a16="http://schemas.microsoft.com/office/drawing/2014/main" id="{B0F0E3A9-473E-C645-E529-844697ECB7D4}"/>
                  </a:ext>
                </a:extLst>
              </p:cNvPr>
              <p:cNvSpPr/>
              <p:nvPr/>
            </p:nvSpPr>
            <p:spPr>
              <a:xfrm>
                <a:off x="2690328" y="2921832"/>
                <a:ext cx="225946" cy="62952"/>
              </a:xfrm>
              <a:custGeom>
                <a:avLst/>
                <a:gdLst>
                  <a:gd name="csX0" fmla="*/ -1 w 225946"/>
                  <a:gd name="csY0" fmla="*/ 31475 h 62952"/>
                  <a:gd name="csX1" fmla="*/ 112972 w 225946"/>
                  <a:gd name="csY1" fmla="*/ -1 h 62952"/>
                  <a:gd name="csX2" fmla="*/ 225946 w 225946"/>
                  <a:gd name="csY2" fmla="*/ 31475 h 62952"/>
                  <a:gd name="csX3" fmla="*/ 112972 w 225946"/>
                  <a:gd name="csY3" fmla="*/ 62951 h 629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946" h="62952">
                    <a:moveTo>
                      <a:pt x="-1" y="31475"/>
                    </a:moveTo>
                    <a:lnTo>
                      <a:pt x="112972" y="-1"/>
                    </a:lnTo>
                    <a:lnTo>
                      <a:pt x="225946" y="31475"/>
                    </a:lnTo>
                    <a:lnTo>
                      <a:pt x="112972" y="62951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126" name="자유형 2125">
                <a:extLst>
                  <a:ext uri="{FF2B5EF4-FFF2-40B4-BE49-F238E27FC236}">
                    <a16:creationId xmlns:a16="http://schemas.microsoft.com/office/drawing/2014/main" id="{60AFB265-580D-7377-37CB-5CDF62C46130}"/>
                  </a:ext>
                </a:extLst>
              </p:cNvPr>
              <p:cNvSpPr/>
              <p:nvPr/>
            </p:nvSpPr>
            <p:spPr>
              <a:xfrm>
                <a:off x="2690328" y="2965362"/>
                <a:ext cx="105780" cy="171515"/>
              </a:xfrm>
              <a:custGeom>
                <a:avLst/>
                <a:gdLst>
                  <a:gd name="csX0" fmla="*/ -1 w 105780"/>
                  <a:gd name="csY0" fmla="*/ -1 h 171515"/>
                  <a:gd name="csX1" fmla="*/ -1 w 105780"/>
                  <a:gd name="csY1" fmla="*/ 115493 h 171515"/>
                  <a:gd name="csX2" fmla="*/ 105258 w 105780"/>
                  <a:gd name="csY2" fmla="*/ 171514 h 171515"/>
                  <a:gd name="csX3" fmla="*/ 105779 w 105780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80" h="171515">
                    <a:moveTo>
                      <a:pt x="-1" y="-1"/>
                    </a:moveTo>
                    <a:lnTo>
                      <a:pt x="-1" y="115493"/>
                    </a:lnTo>
                    <a:lnTo>
                      <a:pt x="105258" y="171514"/>
                    </a:lnTo>
                    <a:lnTo>
                      <a:pt x="105779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  <p:sp>
            <p:nvSpPr>
              <p:cNvPr id="2127" name="자유형 2126">
                <a:extLst>
                  <a:ext uri="{FF2B5EF4-FFF2-40B4-BE49-F238E27FC236}">
                    <a16:creationId xmlns:a16="http://schemas.microsoft.com/office/drawing/2014/main" id="{7655CA3E-3969-CCE6-8FD8-A8CD9FA66D0C}"/>
                  </a:ext>
                </a:extLst>
              </p:cNvPr>
              <p:cNvSpPr/>
              <p:nvPr/>
            </p:nvSpPr>
            <p:spPr>
              <a:xfrm>
                <a:off x="2810495" y="2965362"/>
                <a:ext cx="105779" cy="171515"/>
              </a:xfrm>
              <a:custGeom>
                <a:avLst/>
                <a:gdLst>
                  <a:gd name="csX0" fmla="*/ 105779 w 105779"/>
                  <a:gd name="csY0" fmla="*/ -1 h 171515"/>
                  <a:gd name="csX1" fmla="*/ 105779 w 105779"/>
                  <a:gd name="csY1" fmla="*/ 115493 h 171515"/>
                  <a:gd name="csX2" fmla="*/ 520 w 105779"/>
                  <a:gd name="csY2" fmla="*/ 171514 h 171515"/>
                  <a:gd name="csX3" fmla="*/ -1 w 105779"/>
                  <a:gd name="csY3" fmla="*/ 30226 h 1715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5779" h="171515">
                    <a:moveTo>
                      <a:pt x="105779" y="-1"/>
                    </a:moveTo>
                    <a:lnTo>
                      <a:pt x="105779" y="115493"/>
                    </a:lnTo>
                    <a:lnTo>
                      <a:pt x="520" y="171514"/>
                    </a:lnTo>
                    <a:lnTo>
                      <a:pt x="-1" y="30226"/>
                    </a:lnTo>
                    <a:close/>
                  </a:path>
                </a:pathLst>
              </a:custGeom>
              <a:solidFill>
                <a:srgbClr val="FFFFFF"/>
              </a:solidFill>
              <a:ln w="8120"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ko-KR" altLang="en-US" sz="1400"/>
              </a:p>
            </p:txBody>
          </p:sp>
        </p:grpSp>
      </p:grpSp>
      <p:cxnSp>
        <p:nvCxnSpPr>
          <p:cNvPr id="2136" name="Straight Arrow Connector 55" descr="Left pointing horizontal arrow. ">
            <a:extLst>
              <a:ext uri="{FF2B5EF4-FFF2-40B4-BE49-F238E27FC236}">
                <a16:creationId xmlns:a16="http://schemas.microsoft.com/office/drawing/2014/main" id="{3B71AD7D-81C7-0FA4-677F-B607EE2A0D40}"/>
              </a:ext>
            </a:extLst>
          </p:cNvPr>
          <p:cNvCxnSpPr>
            <a:cxnSpLocks/>
            <a:endCxn id="100" idx="3"/>
          </p:cNvCxnSpPr>
          <p:nvPr/>
        </p:nvCxnSpPr>
        <p:spPr>
          <a:xfrm flipH="1">
            <a:off x="4549479" y="2605822"/>
            <a:ext cx="221688" cy="0"/>
          </a:xfrm>
          <a:prstGeom prst="straightConnector1">
            <a:avLst/>
          </a:prstGeom>
          <a:ln w="2222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9" name="직사각형 2138">
            <a:extLst>
              <a:ext uri="{FF2B5EF4-FFF2-40B4-BE49-F238E27FC236}">
                <a16:creationId xmlns:a16="http://schemas.microsoft.com/office/drawing/2014/main" id="{81FA2A4D-157A-4869-7CCE-BD4F79AC9B42}"/>
              </a:ext>
            </a:extLst>
          </p:cNvPr>
          <p:cNvSpPr/>
          <p:nvPr/>
        </p:nvSpPr>
        <p:spPr>
          <a:xfrm>
            <a:off x="3377001" y="2518491"/>
            <a:ext cx="93097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77" name="Straight Arrow Connector 55" descr="Left pointing horizontal arrow. ">
            <a:extLst>
              <a:ext uri="{FF2B5EF4-FFF2-40B4-BE49-F238E27FC236}">
                <a16:creationId xmlns:a16="http://schemas.microsoft.com/office/drawing/2014/main" id="{2586316C-A78D-8986-4351-4645C8555109}"/>
              </a:ext>
            </a:extLst>
          </p:cNvPr>
          <p:cNvCxnSpPr>
            <a:cxnSpLocks/>
            <a:stCxn id="100" idx="1"/>
          </p:cNvCxnSpPr>
          <p:nvPr/>
        </p:nvCxnSpPr>
        <p:spPr>
          <a:xfrm flipH="1">
            <a:off x="3283525" y="2605822"/>
            <a:ext cx="286951" cy="0"/>
          </a:xfrm>
          <a:prstGeom prst="straightConnector1">
            <a:avLst/>
          </a:prstGeom>
          <a:ln w="2222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5" name="직사각형 2144">
            <a:extLst>
              <a:ext uri="{FF2B5EF4-FFF2-40B4-BE49-F238E27FC236}">
                <a16:creationId xmlns:a16="http://schemas.microsoft.com/office/drawing/2014/main" id="{AABA3871-D23A-A864-DC4D-3865BE4310EC}"/>
              </a:ext>
            </a:extLst>
          </p:cNvPr>
          <p:cNvSpPr/>
          <p:nvPr/>
        </p:nvSpPr>
        <p:spPr>
          <a:xfrm>
            <a:off x="8615401" y="5003416"/>
            <a:ext cx="276524" cy="106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47" name="직사각형 2146">
            <a:extLst>
              <a:ext uri="{FF2B5EF4-FFF2-40B4-BE49-F238E27FC236}">
                <a16:creationId xmlns:a16="http://schemas.microsoft.com/office/drawing/2014/main" id="{56665D5E-0083-4588-EEFE-732DF2BA40C4}"/>
              </a:ext>
            </a:extLst>
          </p:cNvPr>
          <p:cNvSpPr/>
          <p:nvPr/>
        </p:nvSpPr>
        <p:spPr>
          <a:xfrm>
            <a:off x="8727590" y="1664828"/>
            <a:ext cx="93097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153" name="Straight Arrow Connector 55" descr="Left pointing horizontal arrow. ">
            <a:extLst>
              <a:ext uri="{FF2B5EF4-FFF2-40B4-BE49-F238E27FC236}">
                <a16:creationId xmlns:a16="http://schemas.microsoft.com/office/drawing/2014/main" id="{3E010D78-A752-0849-EAA8-77AF5766B1C5}"/>
              </a:ext>
            </a:extLst>
          </p:cNvPr>
          <p:cNvCxnSpPr>
            <a:cxnSpLocks/>
          </p:cNvCxnSpPr>
          <p:nvPr/>
        </p:nvCxnSpPr>
        <p:spPr>
          <a:xfrm flipV="1">
            <a:off x="5624416" y="3790049"/>
            <a:ext cx="0" cy="201038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Elbow Connector 22" descr="Elbow horizontal arrow pointing right (1).">
            <a:extLst>
              <a:ext uri="{FF2B5EF4-FFF2-40B4-BE49-F238E27FC236}">
                <a16:creationId xmlns:a16="http://schemas.microsoft.com/office/drawing/2014/main" id="{E23E9341-5624-4DE7-A9BD-F354C608E268}"/>
              </a:ext>
            </a:extLst>
          </p:cNvPr>
          <p:cNvCxnSpPr>
            <a:cxnSpLocks/>
            <a:endCxn id="2177" idx="2"/>
          </p:cNvCxnSpPr>
          <p:nvPr/>
        </p:nvCxnSpPr>
        <p:spPr>
          <a:xfrm flipV="1">
            <a:off x="8370478" y="4824666"/>
            <a:ext cx="1059215" cy="228775"/>
          </a:xfrm>
          <a:prstGeom prst="bentConnector2">
            <a:avLst/>
          </a:prstGeom>
          <a:ln w="19050">
            <a:solidFill>
              <a:srgbClr val="DD334C"/>
            </a:solidFill>
            <a:prstDash val="sysDot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69" name="그룹 2168">
            <a:extLst>
              <a:ext uri="{FF2B5EF4-FFF2-40B4-BE49-F238E27FC236}">
                <a16:creationId xmlns:a16="http://schemas.microsoft.com/office/drawing/2014/main" id="{1C7254F6-7E1F-630C-E994-DABDE13271E0}"/>
              </a:ext>
            </a:extLst>
          </p:cNvPr>
          <p:cNvGrpSpPr/>
          <p:nvPr/>
        </p:nvGrpSpPr>
        <p:grpSpPr>
          <a:xfrm>
            <a:off x="9260863" y="1210334"/>
            <a:ext cx="340763" cy="340763"/>
            <a:chOff x="8166538" y="378372"/>
            <a:chExt cx="313762" cy="313762"/>
          </a:xfrm>
        </p:grpSpPr>
        <p:sp>
          <p:nvSpPr>
            <p:cNvPr id="2168" name="모서리가 둥근 직사각형 2167">
              <a:extLst>
                <a:ext uri="{FF2B5EF4-FFF2-40B4-BE49-F238E27FC236}">
                  <a16:creationId xmlns:a16="http://schemas.microsoft.com/office/drawing/2014/main" id="{A22BCCD9-0BD6-5517-1179-714BCE3987E3}"/>
                </a:ext>
              </a:extLst>
            </p:cNvPr>
            <p:cNvSpPr/>
            <p:nvPr/>
          </p:nvSpPr>
          <p:spPr>
            <a:xfrm>
              <a:off x="8166538" y="378372"/>
              <a:ext cx="313762" cy="313762"/>
            </a:xfrm>
            <a:prstGeom prst="roundRect">
              <a:avLst/>
            </a:prstGeom>
            <a:solidFill>
              <a:srgbClr val="0F168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pic>
          <p:nvPicPr>
            <p:cNvPr id="47" name="그래픽 46">
              <a:extLst>
                <a:ext uri="{FF2B5EF4-FFF2-40B4-BE49-F238E27FC236}">
                  <a16:creationId xmlns:a16="http://schemas.microsoft.com/office/drawing/2014/main" id="{7D456BB6-CAD2-F6DB-6A77-04BAC98506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8196851" y="408685"/>
              <a:ext cx="253136" cy="253136"/>
            </a:xfrm>
            <a:prstGeom prst="rect">
              <a:avLst/>
            </a:prstGeom>
          </p:spPr>
        </p:pic>
      </p:grpSp>
      <p:pic>
        <p:nvPicPr>
          <p:cNvPr id="1068" name="Graphic 37" descr="Event resource icon for the Amazon EventBridge service.">
            <a:extLst>
              <a:ext uri="{FF2B5EF4-FFF2-40B4-BE49-F238E27FC236}">
                <a16:creationId xmlns:a16="http://schemas.microsoft.com/office/drawing/2014/main" id="{8FEE7250-FC02-F545-618B-EB5F68A5E1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331491" y="4263869"/>
            <a:ext cx="196403" cy="196403"/>
          </a:xfrm>
          <a:prstGeom prst="rect">
            <a:avLst/>
          </a:prstGeom>
        </p:spPr>
      </p:pic>
      <p:sp>
        <p:nvSpPr>
          <p:cNvPr id="2184" name="TextBox 2183">
            <a:extLst>
              <a:ext uri="{FF2B5EF4-FFF2-40B4-BE49-F238E27FC236}">
                <a16:creationId xmlns:a16="http://schemas.microsoft.com/office/drawing/2014/main" id="{04BD5C9A-4F9D-1AB3-97E2-B3782271759F}"/>
              </a:ext>
            </a:extLst>
          </p:cNvPr>
          <p:cNvSpPr txBox="1"/>
          <p:nvPr/>
        </p:nvSpPr>
        <p:spPr>
          <a:xfrm>
            <a:off x="9077332" y="2392256"/>
            <a:ext cx="731209" cy="261610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altLang="ko-KR" sz="80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KubePACS</a:t>
            </a:r>
            <a:r>
              <a:rPr lang="ko-KR" altLang="en-US" sz="70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 </a:t>
            </a:r>
            <a:endParaRPr lang="en-US" altLang="ko-KR" sz="700" dirty="0">
              <a:ln w="0"/>
              <a:solidFill>
                <a:schemeClr val="tx1"/>
              </a:solidFill>
              <a:latin typeface="SUIT Medium" pitchFamily="2" charset="-127"/>
              <a:ea typeface="SUIT Medium" pitchFamily="2" charset="-127"/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en-US" altLang="ko-KR" sz="90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Helm Chart</a:t>
            </a:r>
          </a:p>
        </p:txBody>
      </p:sp>
      <p:sp>
        <p:nvSpPr>
          <p:cNvPr id="2186" name="Rectangle 57">
            <a:extLst>
              <a:ext uri="{FF2B5EF4-FFF2-40B4-BE49-F238E27FC236}">
                <a16:creationId xmlns:a16="http://schemas.microsoft.com/office/drawing/2014/main" id="{E05BB5C2-63CB-0A20-6B63-0583C92E6661}"/>
              </a:ext>
            </a:extLst>
          </p:cNvPr>
          <p:cNvSpPr/>
          <p:nvPr/>
        </p:nvSpPr>
        <p:spPr>
          <a:xfrm>
            <a:off x="6596727" y="2795557"/>
            <a:ext cx="248933" cy="180000"/>
          </a:xfrm>
          <a:prstGeom prst="roundRect">
            <a:avLst>
              <a:gd name="adj" fmla="val 27700"/>
            </a:avLst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anchor="ctr" anchorCtr="0">
            <a:noAutofit/>
          </a:bodyPr>
          <a:lstStyle/>
          <a:p>
            <a:pPr algn="ctr">
              <a:defRPr/>
            </a:pPr>
            <a:r>
              <a:rPr lang="en-US" altLang="ko-KR" sz="700" dirty="0">
                <a:ln w="0"/>
                <a:solidFill>
                  <a:schemeClr val="tx1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H/W</a:t>
            </a:r>
          </a:p>
        </p:txBody>
      </p:sp>
      <p:sp>
        <p:nvSpPr>
          <p:cNvPr id="36" name="Rectangle 57">
            <a:extLst>
              <a:ext uri="{FF2B5EF4-FFF2-40B4-BE49-F238E27FC236}">
                <a16:creationId xmlns:a16="http://schemas.microsoft.com/office/drawing/2014/main" id="{57286C8B-DCD0-2D3D-CA20-2C3D1A89D165}"/>
              </a:ext>
            </a:extLst>
          </p:cNvPr>
          <p:cNvSpPr/>
          <p:nvPr/>
        </p:nvSpPr>
        <p:spPr>
          <a:xfrm>
            <a:off x="7588226" y="2521220"/>
            <a:ext cx="941416" cy="572091"/>
          </a:xfrm>
          <a:prstGeom prst="roundRect">
            <a:avLst>
              <a:gd name="adj" fmla="val 9256"/>
            </a:avLst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72000" anchor="t" anchorCtr="0">
            <a:noAutofit/>
          </a:bodyPr>
          <a:lstStyle/>
          <a:p>
            <a:pPr algn="ctr">
              <a:defRPr/>
            </a:pPr>
            <a:endParaRPr lang="en-US" altLang="ko-KR" sz="900" dirty="0">
              <a:ln w="0"/>
              <a:solidFill>
                <a:schemeClr val="tx1"/>
              </a:solidFill>
              <a:latin typeface="SUIT Medium" pitchFamily="2" charset="-127"/>
              <a:ea typeface="SUIT Medium" pitchFamily="2" charset="-127"/>
              <a:cs typeface="Arial" panose="020B0604020202020204" pitchFamily="34" charset="0"/>
            </a:endParaRPr>
          </a:p>
        </p:txBody>
      </p:sp>
      <p:sp>
        <p:nvSpPr>
          <p:cNvPr id="2181" name="TextBox 2180">
            <a:extLst>
              <a:ext uri="{FF2B5EF4-FFF2-40B4-BE49-F238E27FC236}">
                <a16:creationId xmlns:a16="http://schemas.microsoft.com/office/drawing/2014/main" id="{5970FD68-58ED-25D7-8E05-4EC86FFDFCC3}"/>
              </a:ext>
            </a:extLst>
          </p:cNvPr>
          <p:cNvSpPr txBox="1"/>
          <p:nvPr/>
        </p:nvSpPr>
        <p:spPr>
          <a:xfrm>
            <a:off x="7655342" y="2946240"/>
            <a:ext cx="781699" cy="239685"/>
          </a:xfrm>
          <a:prstGeom prst="rect">
            <a:avLst/>
          </a:prstGeom>
          <a:solidFill>
            <a:srgbClr val="FBD8DC"/>
          </a:solidFill>
        </p:spPr>
        <p:txBody>
          <a:bodyPr wrap="square" lIns="0" tIns="0" rIns="0" bIns="0">
            <a:noAutofit/>
          </a:bodyPr>
          <a:lstStyle/>
          <a:p>
            <a:pPr algn="ctr"/>
            <a:r>
              <a:rPr kumimoji="1" lang="en" altLang="ko-KR" sz="75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Unavailable</a:t>
            </a:r>
            <a:r>
              <a:rPr kumimoji="1" lang="ko-KR" altLang="en-US" sz="75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 </a:t>
            </a:r>
            <a:r>
              <a:rPr kumimoji="1" lang="en" altLang="ko-KR" sz="75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Offerings</a:t>
            </a:r>
            <a:r>
              <a:rPr kumimoji="1" lang="ko-KR" altLang="en-US" sz="750" dirty="0">
                <a:latin typeface="SUIT Medium" pitchFamily="2" charset="-127"/>
                <a:ea typeface="SUIT Medium" pitchFamily="2" charset="-127"/>
              </a:rPr>
              <a:t> </a:t>
            </a:r>
            <a:r>
              <a:rPr kumimoji="1" lang="en" altLang="ko-KR" sz="750" dirty="0">
                <a:solidFill>
                  <a:schemeClr val="tx1"/>
                </a:solidFill>
                <a:latin typeface="SUIT Medium" pitchFamily="2" charset="-127"/>
                <a:ea typeface="SUIT Medium" pitchFamily="2" charset="-127"/>
              </a:rPr>
              <a:t>Cache</a:t>
            </a:r>
            <a:endParaRPr lang="ko-KR" altLang="en-US" sz="750" dirty="0">
              <a:latin typeface="SUIT Medium" pitchFamily="2" charset="-127"/>
              <a:ea typeface="SUIT Medium" pitchFamily="2" charset="-127"/>
            </a:endParaRPr>
          </a:p>
        </p:txBody>
      </p:sp>
      <p:sp>
        <p:nvSpPr>
          <p:cNvPr id="37" name="Rectangle 57">
            <a:extLst>
              <a:ext uri="{FF2B5EF4-FFF2-40B4-BE49-F238E27FC236}">
                <a16:creationId xmlns:a16="http://schemas.microsoft.com/office/drawing/2014/main" id="{3E207F6D-846C-22C7-B65A-2285D8D11C01}"/>
              </a:ext>
            </a:extLst>
          </p:cNvPr>
          <p:cNvSpPr/>
          <p:nvPr/>
        </p:nvSpPr>
        <p:spPr>
          <a:xfrm>
            <a:off x="7620471" y="2642689"/>
            <a:ext cx="874246" cy="2072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DD33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anchor="ctr" anchorCtr="0">
            <a:noAutofit/>
          </a:bodyPr>
          <a:lstStyle/>
          <a:p>
            <a:pPr algn="ctr">
              <a:defRPr/>
            </a:pPr>
            <a:endParaRPr lang="en-US" altLang="ko-KR" sz="700" dirty="0">
              <a:ln w="0"/>
              <a:solidFill>
                <a:srgbClr val="DD334C"/>
              </a:solidFill>
              <a:latin typeface="SUIT Medium" pitchFamily="2" charset="-127"/>
              <a:ea typeface="SUIT Medium" pitchFamily="2" charset="-127"/>
              <a:cs typeface="Arial" panose="020B0604020202020204" pitchFamily="34" charset="0"/>
            </a:endParaRPr>
          </a:p>
        </p:txBody>
      </p:sp>
      <p:sp>
        <p:nvSpPr>
          <p:cNvPr id="61" name="Rectangle 57">
            <a:extLst>
              <a:ext uri="{FF2B5EF4-FFF2-40B4-BE49-F238E27FC236}">
                <a16:creationId xmlns:a16="http://schemas.microsoft.com/office/drawing/2014/main" id="{A7E5D3C2-D785-916C-FECA-7ED20C8967CC}"/>
              </a:ext>
            </a:extLst>
          </p:cNvPr>
          <p:cNvSpPr/>
          <p:nvPr/>
        </p:nvSpPr>
        <p:spPr>
          <a:xfrm>
            <a:off x="7620471" y="2712539"/>
            <a:ext cx="874246" cy="2072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>
            <a:solidFill>
              <a:srgbClr val="DD334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72000" rIns="36000" bIns="72000" anchor="ctr" anchorCtr="0">
            <a:noAutofit/>
          </a:bodyPr>
          <a:lstStyle/>
          <a:p>
            <a:pPr algn="ctr">
              <a:defRPr/>
            </a:pPr>
            <a:r>
              <a:rPr lang="en-US" altLang="ko-KR" sz="700" dirty="0">
                <a:ln w="0"/>
                <a:solidFill>
                  <a:srgbClr val="DD334C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Instance M8</a:t>
            </a:r>
          </a:p>
          <a:p>
            <a:pPr algn="ctr">
              <a:defRPr/>
            </a:pPr>
            <a:r>
              <a:rPr lang="en-US" altLang="ko-KR" sz="700" dirty="0">
                <a:ln w="0"/>
                <a:solidFill>
                  <a:srgbClr val="DD334C"/>
                </a:solidFill>
                <a:latin typeface="SUIT Medium" pitchFamily="2" charset="-127"/>
                <a:ea typeface="SUIT Medium" pitchFamily="2" charset="-127"/>
                <a:cs typeface="Arial" panose="020B0604020202020204" pitchFamily="34" charset="0"/>
              </a:rPr>
              <a:t>AZ-2</a:t>
            </a:r>
          </a:p>
        </p:txBody>
      </p:sp>
      <p:grpSp>
        <p:nvGrpSpPr>
          <p:cNvPr id="2252" name="그룹 2251">
            <a:extLst>
              <a:ext uri="{FF2B5EF4-FFF2-40B4-BE49-F238E27FC236}">
                <a16:creationId xmlns:a16="http://schemas.microsoft.com/office/drawing/2014/main" id="{ABDEE68E-548D-C5B5-22BF-73ED5FF5BFAF}"/>
              </a:ext>
            </a:extLst>
          </p:cNvPr>
          <p:cNvGrpSpPr/>
          <p:nvPr/>
        </p:nvGrpSpPr>
        <p:grpSpPr>
          <a:xfrm>
            <a:off x="7425195" y="2779610"/>
            <a:ext cx="108000" cy="108000"/>
            <a:chOff x="5428975" y="788275"/>
            <a:chExt cx="108000" cy="108000"/>
          </a:xfrm>
        </p:grpSpPr>
        <p:sp>
          <p:nvSpPr>
            <p:cNvPr id="2250" name="직사각형 2249">
              <a:extLst>
                <a:ext uri="{FF2B5EF4-FFF2-40B4-BE49-F238E27FC236}">
                  <a16:creationId xmlns:a16="http://schemas.microsoft.com/office/drawing/2014/main" id="{28EB4C11-77AA-68F7-0594-499C6DD1F8FE}"/>
                </a:ext>
              </a:extLst>
            </p:cNvPr>
            <p:cNvSpPr/>
            <p:nvPr/>
          </p:nvSpPr>
          <p:spPr>
            <a:xfrm>
              <a:off x="5475775" y="788275"/>
              <a:ext cx="144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251" name="직사각형 2250">
              <a:extLst>
                <a:ext uri="{FF2B5EF4-FFF2-40B4-BE49-F238E27FC236}">
                  <a16:creationId xmlns:a16="http://schemas.microsoft.com/office/drawing/2014/main" id="{D77C6E46-6FCE-ECCA-6C58-3CB20D3AD5B5}"/>
                </a:ext>
              </a:extLst>
            </p:cNvPr>
            <p:cNvSpPr/>
            <p:nvPr/>
          </p:nvSpPr>
          <p:spPr>
            <a:xfrm rot="5400000">
              <a:off x="5475775" y="788275"/>
              <a:ext cx="14400" cy="10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2255" name="직사각형 2254">
            <a:extLst>
              <a:ext uri="{FF2B5EF4-FFF2-40B4-BE49-F238E27FC236}">
                <a16:creationId xmlns:a16="http://schemas.microsoft.com/office/drawing/2014/main" id="{A852F65F-F0E5-1EB8-E086-AAB56EFA74B7}"/>
              </a:ext>
            </a:extLst>
          </p:cNvPr>
          <p:cNvSpPr/>
          <p:nvPr/>
        </p:nvSpPr>
        <p:spPr>
          <a:xfrm>
            <a:off x="8610220" y="2866324"/>
            <a:ext cx="241699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2228" name="Elbow Connector 22" descr="Elbow horizontal arrow pointing right (1).">
            <a:extLst>
              <a:ext uri="{FF2B5EF4-FFF2-40B4-BE49-F238E27FC236}">
                <a16:creationId xmlns:a16="http://schemas.microsoft.com/office/drawing/2014/main" id="{A142C1B6-8D98-8AF6-8FE4-3BB80DE7F511}"/>
              </a:ext>
            </a:extLst>
          </p:cNvPr>
          <p:cNvCxnSpPr>
            <a:cxnSpLocks/>
            <a:stCxn id="1057" idx="0"/>
          </p:cNvCxnSpPr>
          <p:nvPr/>
        </p:nvCxnSpPr>
        <p:spPr>
          <a:xfrm rot="16200000" flipV="1">
            <a:off x="8831196" y="2703199"/>
            <a:ext cx="352961" cy="844034"/>
          </a:xfrm>
          <a:prstGeom prst="bentConnector2">
            <a:avLst/>
          </a:prstGeom>
          <a:ln w="19050">
            <a:solidFill>
              <a:srgbClr val="DD334C"/>
            </a:solidFill>
            <a:prstDash val="sysDot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9" name="Straight Arrow Connector 55" descr="Left pointing horizontal arrow. ">
            <a:extLst>
              <a:ext uri="{FF2B5EF4-FFF2-40B4-BE49-F238E27FC236}">
                <a16:creationId xmlns:a16="http://schemas.microsoft.com/office/drawing/2014/main" id="{281D44CA-717D-91E3-904B-43F6D0323006}"/>
              </a:ext>
            </a:extLst>
          </p:cNvPr>
          <p:cNvCxnSpPr>
            <a:cxnSpLocks/>
          </p:cNvCxnSpPr>
          <p:nvPr/>
        </p:nvCxnSpPr>
        <p:spPr>
          <a:xfrm>
            <a:off x="9429693" y="3873972"/>
            <a:ext cx="0" cy="356170"/>
          </a:xfrm>
          <a:prstGeom prst="straightConnector1">
            <a:avLst/>
          </a:prstGeom>
          <a:ln w="19050">
            <a:solidFill>
              <a:srgbClr val="DD334C"/>
            </a:solidFill>
            <a:prstDash val="sysDot"/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3" name="Elbow Connector 22" descr="Elbow horizontal arrow pointing right (1).">
            <a:extLst>
              <a:ext uri="{FF2B5EF4-FFF2-40B4-BE49-F238E27FC236}">
                <a16:creationId xmlns:a16="http://schemas.microsoft.com/office/drawing/2014/main" id="{C516BCA1-7439-3460-BEE8-6889311A7F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410906" y="2343781"/>
            <a:ext cx="1130769" cy="1"/>
          </a:xfrm>
          <a:prstGeom prst="bentConnector3">
            <a:avLst>
              <a:gd name="adj1" fmla="val 50000"/>
            </a:avLst>
          </a:prstGeom>
          <a:ln w="19050">
            <a:solidFill>
              <a:srgbClr val="DD334C"/>
            </a:solidFill>
            <a:prstDash val="sysDot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Elbow Connector 22" descr="Elbow horizontal arrow pointing right (1).">
            <a:extLst>
              <a:ext uri="{FF2B5EF4-FFF2-40B4-BE49-F238E27FC236}">
                <a16:creationId xmlns:a16="http://schemas.microsoft.com/office/drawing/2014/main" id="{547DE28B-0D03-197E-5507-9A7098959B65}"/>
              </a:ext>
            </a:extLst>
          </p:cNvPr>
          <p:cNvCxnSpPr>
            <a:cxnSpLocks/>
            <a:endCxn id="112" idx="0"/>
          </p:cNvCxnSpPr>
          <p:nvPr/>
        </p:nvCxnSpPr>
        <p:spPr>
          <a:xfrm rot="10800000" flipV="1">
            <a:off x="6700821" y="1758871"/>
            <a:ext cx="2196034" cy="153917"/>
          </a:xfrm>
          <a:prstGeom prst="bentConnector2">
            <a:avLst/>
          </a:prstGeom>
          <a:ln w="15875">
            <a:solidFill>
              <a:schemeClr val="tx1"/>
            </a:solidFill>
            <a:prstDash val="solid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Elbow Connector 22" descr="Elbow horizontal arrow pointing right (1).">
            <a:extLst>
              <a:ext uri="{FF2B5EF4-FFF2-40B4-BE49-F238E27FC236}">
                <a16:creationId xmlns:a16="http://schemas.microsoft.com/office/drawing/2014/main" id="{B789D4B5-9708-7F98-064E-FDA9093EB8A5}"/>
              </a:ext>
            </a:extLst>
          </p:cNvPr>
          <p:cNvCxnSpPr>
            <a:cxnSpLocks/>
            <a:stCxn id="3" idx="1"/>
            <a:endCxn id="2073" idx="3"/>
          </p:cNvCxnSpPr>
          <p:nvPr/>
        </p:nvCxnSpPr>
        <p:spPr>
          <a:xfrm rot="10800000">
            <a:off x="7103461" y="4616180"/>
            <a:ext cx="313336" cy="201246"/>
          </a:xfrm>
          <a:prstGeom prst="bentConnector3">
            <a:avLst>
              <a:gd name="adj1" fmla="val 50000"/>
            </a:avLst>
          </a:prstGeom>
          <a:ln w="15875">
            <a:solidFill>
              <a:schemeClr val="tx1"/>
            </a:solidFill>
            <a:prstDash val="sysDash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8" name="Elbow Connector 22" descr="Elbow horizontal arrow pointing right (1).">
            <a:extLst>
              <a:ext uri="{FF2B5EF4-FFF2-40B4-BE49-F238E27FC236}">
                <a16:creationId xmlns:a16="http://schemas.microsoft.com/office/drawing/2014/main" id="{24A36D87-BC27-906C-5534-620D1B203C57}"/>
              </a:ext>
            </a:extLst>
          </p:cNvPr>
          <p:cNvCxnSpPr>
            <a:cxnSpLocks/>
            <a:endCxn id="2148" idx="0"/>
          </p:cNvCxnSpPr>
          <p:nvPr/>
        </p:nvCxnSpPr>
        <p:spPr>
          <a:xfrm>
            <a:off x="5647467" y="3403843"/>
            <a:ext cx="1053353" cy="153186"/>
          </a:xfrm>
          <a:prstGeom prst="bentConnector2">
            <a:avLst/>
          </a:prstGeom>
          <a:ln w="19050">
            <a:solidFill>
              <a:srgbClr val="DD334C"/>
            </a:solidFill>
            <a:prstDash val="sysDot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2" name="Straight Arrow Connector 55" descr="Left pointing horizontal arrow. ">
            <a:extLst>
              <a:ext uri="{FF2B5EF4-FFF2-40B4-BE49-F238E27FC236}">
                <a16:creationId xmlns:a16="http://schemas.microsoft.com/office/drawing/2014/main" id="{C44D5CA9-6A1D-760D-88C0-3AEF5F6DDF0F}"/>
              </a:ext>
            </a:extLst>
          </p:cNvPr>
          <p:cNvCxnSpPr>
            <a:cxnSpLocks/>
            <a:endCxn id="1044" idx="2"/>
          </p:cNvCxnSpPr>
          <p:nvPr/>
        </p:nvCxnSpPr>
        <p:spPr>
          <a:xfrm flipV="1">
            <a:off x="5617446" y="3228847"/>
            <a:ext cx="0" cy="328182"/>
          </a:xfrm>
          <a:prstGeom prst="straightConnector1">
            <a:avLst/>
          </a:prstGeom>
          <a:ln w="15875">
            <a:solidFill>
              <a:schemeClr val="tx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C6BA12-9DCC-A60C-79BC-9B51DCB2A00E}"/>
              </a:ext>
            </a:extLst>
          </p:cNvPr>
          <p:cNvSpPr/>
          <p:nvPr/>
        </p:nvSpPr>
        <p:spPr>
          <a:xfrm>
            <a:off x="6666641" y="3973710"/>
            <a:ext cx="57151" cy="90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4" name="Elbow Connector 22" descr="Elbow horizontal arrow pointing right (1).">
            <a:extLst>
              <a:ext uri="{FF2B5EF4-FFF2-40B4-BE49-F238E27FC236}">
                <a16:creationId xmlns:a16="http://schemas.microsoft.com/office/drawing/2014/main" id="{75337DE1-A30C-CD70-537A-C6FC59F4AB96}"/>
              </a:ext>
            </a:extLst>
          </p:cNvPr>
          <p:cNvCxnSpPr>
            <a:cxnSpLocks/>
          </p:cNvCxnSpPr>
          <p:nvPr/>
        </p:nvCxnSpPr>
        <p:spPr>
          <a:xfrm rot="16200000" flipH="1">
            <a:off x="6461696" y="4030274"/>
            <a:ext cx="478247" cy="1"/>
          </a:xfrm>
          <a:prstGeom prst="bentConnector3">
            <a:avLst>
              <a:gd name="adj1" fmla="val 50000"/>
            </a:avLst>
          </a:prstGeom>
          <a:ln w="19050">
            <a:solidFill>
              <a:srgbClr val="DD334C"/>
            </a:solidFill>
            <a:prstDash val="sysDot"/>
            <a:headEnd type="none" w="med" len="sm"/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2342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tx1"/>
          </a:solidFill>
          <a:headEnd type="none" w="med" len="sm"/>
          <a:tailEnd type="arrow" w="med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15451</TotalTime>
  <Words>96</Words>
  <Application>Microsoft Macintosh PowerPoint</Application>
  <PresentationFormat>와이드스크린</PresentationFormat>
  <Paragraphs>59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SUIT</vt:lpstr>
      <vt:lpstr>SUIT Heavy</vt:lpstr>
      <vt:lpstr>SUIT Medium</vt:lpstr>
      <vt:lpstr>SUIT SemiBold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TaeYoon Kim</dc:creator>
  <cp:lastModifiedBy>김태윤</cp:lastModifiedBy>
  <cp:revision>45</cp:revision>
  <dcterms:created xsi:type="dcterms:W3CDTF">2025-05-08T06:14:44Z</dcterms:created>
  <dcterms:modified xsi:type="dcterms:W3CDTF">2026-04-28T16:15:47Z</dcterms:modified>
</cp:coreProperties>
</file>